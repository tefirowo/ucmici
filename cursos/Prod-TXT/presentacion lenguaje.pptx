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8" r:id="rId3"/>
    <p:sldId id="261" r:id="rId4"/>
    <p:sldId id="259" r:id="rId5"/>
    <p:sldId id="278" r:id="rId6"/>
    <p:sldId id="283" r:id="rId7"/>
    <p:sldId id="279" r:id="rId8"/>
    <p:sldId id="280" r:id="rId9"/>
    <p:sldId id="281" r:id="rId10"/>
    <p:sldId id="282" r:id="rId11"/>
  </p:sldIdLst>
  <p:sldSz cx="9144000" cy="5143500" type="screen16x9"/>
  <p:notesSz cx="6858000" cy="9144000"/>
  <p:embeddedFontLst>
    <p:embeddedFont>
      <p:font typeface="Arimo" panose="020B0604020202020204" charset="0"/>
      <p:regular r:id="rId13"/>
      <p:bold r:id="rId14"/>
      <p:italic r:id="rId15"/>
      <p:boldItalic r:id="rId16"/>
    </p:embeddedFont>
    <p:embeddedFont>
      <p:font typeface="IBM Plex Mono" panose="020B0509050203000203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FF771C-B743-4BBD-8BF2-47713EE5C980}" v="33" dt="2026-09-01T21:28:27.834"/>
  </p1510:revLst>
</p1510:revInfo>
</file>

<file path=ppt/tableStyles.xml><?xml version="1.0" encoding="utf-8"?>
<a:tblStyleLst xmlns:a="http://schemas.openxmlformats.org/drawingml/2006/main" def="{5D3BEBD8-6E16-48D9-AD32-FDD5B9B4E708}">
  <a:tblStyle styleId="{5D3BEBD8-6E16-48D9-AD32-FDD5B9B4E7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9840894-1A34-47F1-95B1-A06306D30D7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02" name="Google Shape;6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37" name="Google Shape;63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94" name="Google Shape;69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57" name="Google Shape;65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>
          <a:extLst>
            <a:ext uri="{FF2B5EF4-FFF2-40B4-BE49-F238E27FC236}">
              <a16:creationId xmlns:a16="http://schemas.microsoft.com/office/drawing/2014/main" id="{6784D295-2FDB-A9B2-5D88-DF559538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E49D4E07-9CC9-46C7-BBC2-6AF365309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94" name="Google Shape;694;g54dda1946d_6_308:notes">
            <a:extLst>
              <a:ext uri="{FF2B5EF4-FFF2-40B4-BE49-F238E27FC236}">
                <a16:creationId xmlns:a16="http://schemas.microsoft.com/office/drawing/2014/main" id="{FB6872EA-5A00-9E3D-EDFF-42A599273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052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C475E282-D24D-5420-A470-8FEBEFA3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84d99d1a72_0_15:notes">
            <a:extLst>
              <a:ext uri="{FF2B5EF4-FFF2-40B4-BE49-F238E27FC236}">
                <a16:creationId xmlns:a16="http://schemas.microsoft.com/office/drawing/2014/main" id="{1608BD47-3136-48F4-2CA7-0AB00438B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64" name="Google Shape;664;g184d99d1a72_0_15:notes">
            <a:extLst>
              <a:ext uri="{FF2B5EF4-FFF2-40B4-BE49-F238E27FC236}">
                <a16:creationId xmlns:a16="http://schemas.microsoft.com/office/drawing/2014/main" id="{0A4C26B2-0945-1B62-9061-1253BFFEC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795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97158F68-2114-C779-6085-24D17591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84d99d1a72_0_15:notes">
            <a:extLst>
              <a:ext uri="{FF2B5EF4-FFF2-40B4-BE49-F238E27FC236}">
                <a16:creationId xmlns:a16="http://schemas.microsoft.com/office/drawing/2014/main" id="{67CB8397-AB3B-299F-8F42-AD9815E08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64" name="Google Shape;664;g184d99d1a72_0_15:notes">
            <a:extLst>
              <a:ext uri="{FF2B5EF4-FFF2-40B4-BE49-F238E27FC236}">
                <a16:creationId xmlns:a16="http://schemas.microsoft.com/office/drawing/2014/main" id="{458A9ACA-8658-06CE-2212-38388446D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507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4F4C0EFB-A110-D6C8-118D-9B589FB9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84d99d1a72_0_15:notes">
            <a:extLst>
              <a:ext uri="{FF2B5EF4-FFF2-40B4-BE49-F238E27FC236}">
                <a16:creationId xmlns:a16="http://schemas.microsoft.com/office/drawing/2014/main" id="{FD315144-831E-11DA-62BD-08F1E0EC0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64" name="Google Shape;664;g184d99d1a72_0_15:notes">
            <a:extLst>
              <a:ext uri="{FF2B5EF4-FFF2-40B4-BE49-F238E27FC236}">
                <a16:creationId xmlns:a16="http://schemas.microsoft.com/office/drawing/2014/main" id="{3F27D078-80BF-9F3A-5843-5569A0316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582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>
          <a:extLst>
            <a:ext uri="{FF2B5EF4-FFF2-40B4-BE49-F238E27FC236}">
              <a16:creationId xmlns:a16="http://schemas.microsoft.com/office/drawing/2014/main" id="{8A4DD240-B388-7D17-2651-67B3F4DC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4dda1946d_6_308:notes">
            <a:extLst>
              <a:ext uri="{FF2B5EF4-FFF2-40B4-BE49-F238E27FC236}">
                <a16:creationId xmlns:a16="http://schemas.microsoft.com/office/drawing/2014/main" id="{A1FB9E92-A400-D087-822C-2B4AC4F40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94" name="Google Shape;694;g54dda1946d_6_308:notes">
            <a:extLst>
              <a:ext uri="{FF2B5EF4-FFF2-40B4-BE49-F238E27FC236}">
                <a16:creationId xmlns:a16="http://schemas.microsoft.com/office/drawing/2014/main" id="{494E4955-B66A-C965-84A7-7A8F64FCE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894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>
          <a:extLst>
            <a:ext uri="{FF2B5EF4-FFF2-40B4-BE49-F238E27FC236}">
              <a16:creationId xmlns:a16="http://schemas.microsoft.com/office/drawing/2014/main" id="{1ABC822C-D0B7-9FEC-CF86-955BF8F9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4dda1946d_6_322:notes">
            <a:extLst>
              <a:ext uri="{FF2B5EF4-FFF2-40B4-BE49-F238E27FC236}">
                <a16:creationId xmlns:a16="http://schemas.microsoft.com/office/drawing/2014/main" id="{0119F942-CCBC-4860-89AC-FD806C27C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657" name="Google Shape;657;g54dda1946d_6_322:notes">
            <a:extLst>
              <a:ext uri="{FF2B5EF4-FFF2-40B4-BE49-F238E27FC236}">
                <a16:creationId xmlns:a16="http://schemas.microsoft.com/office/drawing/2014/main" id="{774F1989-CF2B-B305-D642-90DB7CB27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758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44292" y="243900"/>
            <a:ext cx="8655872" cy="4652250"/>
            <a:chOff x="244292" y="243900"/>
            <a:chExt cx="8655872" cy="465225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6576198" y="243900"/>
              <a:ext cx="2323966" cy="74400"/>
              <a:chOff x="6549300" y="620875"/>
              <a:chExt cx="2490320" cy="744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 rot="10800000">
              <a:off x="244292" y="4821750"/>
              <a:ext cx="2323966" cy="74400"/>
              <a:chOff x="6549300" y="620875"/>
              <a:chExt cx="2490320" cy="744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55263" y="850175"/>
            <a:ext cx="6611100" cy="329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Mono"/>
              <a:buNone/>
              <a:defRPr sz="5200">
                <a:solidFill>
                  <a:srgbClr val="191919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4806262" y="3837503"/>
            <a:ext cx="2760000" cy="76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244292" y="243900"/>
            <a:ext cx="8655872" cy="4652250"/>
            <a:chOff x="244292" y="243900"/>
            <a:chExt cx="8655872" cy="4652250"/>
          </a:xfrm>
        </p:grpSpPr>
        <p:grpSp>
          <p:nvGrpSpPr>
            <p:cNvPr id="26" name="Google Shape;26;p3"/>
            <p:cNvGrpSpPr/>
            <p:nvPr/>
          </p:nvGrpSpPr>
          <p:grpSpPr>
            <a:xfrm rot="10800000">
              <a:off x="244292" y="4821750"/>
              <a:ext cx="2323966" cy="74400"/>
              <a:chOff x="6549300" y="620875"/>
              <a:chExt cx="2490320" cy="74400"/>
            </a:xfrm>
          </p:grpSpPr>
          <p:sp>
            <p:nvSpPr>
              <p:cNvPr id="27" name="Google Shape;27;p3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6576198" y="243900"/>
              <a:ext cx="2323966" cy="74400"/>
              <a:chOff x="6549300" y="620875"/>
              <a:chExt cx="2490320" cy="744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3703700" y="2461827"/>
            <a:ext cx="4038300" cy="96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3825525" y="1526163"/>
            <a:ext cx="1260300" cy="873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>
            <a:spLocks noGrp="1"/>
          </p:cNvSpPr>
          <p:nvPr>
            <p:ph type="pic" idx="3"/>
          </p:nvPr>
        </p:nvSpPr>
        <p:spPr>
          <a:xfrm flipH="1">
            <a:off x="713225" y="1207188"/>
            <a:ext cx="2430300" cy="29592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7"/>
          <p:cNvGrpSpPr/>
          <p:nvPr/>
        </p:nvGrpSpPr>
        <p:grpSpPr>
          <a:xfrm>
            <a:off x="174450" y="175638"/>
            <a:ext cx="8795100" cy="4826700"/>
            <a:chOff x="174450" y="176325"/>
            <a:chExt cx="8795100" cy="4826700"/>
          </a:xfrm>
        </p:grpSpPr>
        <p:sp>
          <p:nvSpPr>
            <p:cNvPr id="102" name="Google Shape;102;p7"/>
            <p:cNvSpPr/>
            <p:nvPr/>
          </p:nvSpPr>
          <p:spPr>
            <a:xfrm>
              <a:off x="174450" y="346425"/>
              <a:ext cx="8795100" cy="4656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174450" y="176325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713225" y="508374"/>
            <a:ext cx="42948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subTitle" idx="1"/>
          </p:nvPr>
        </p:nvSpPr>
        <p:spPr>
          <a:xfrm>
            <a:off x="713225" y="1790050"/>
            <a:ext cx="40374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>
            <a:spLocks noGrp="1"/>
          </p:cNvSpPr>
          <p:nvPr>
            <p:ph type="pic" idx="2"/>
          </p:nvPr>
        </p:nvSpPr>
        <p:spPr>
          <a:xfrm flipH="1">
            <a:off x="5765577" y="891550"/>
            <a:ext cx="2499000" cy="36447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7" name="Google Shape;107;p7"/>
          <p:cNvGrpSpPr/>
          <p:nvPr/>
        </p:nvGrpSpPr>
        <p:grpSpPr>
          <a:xfrm>
            <a:off x="350316" y="556714"/>
            <a:ext cx="8443350" cy="4285366"/>
            <a:chOff x="350316" y="556714"/>
            <a:chExt cx="8443350" cy="4285366"/>
          </a:xfrm>
        </p:grpSpPr>
        <p:grpSp>
          <p:nvGrpSpPr>
            <p:cNvPr id="108" name="Google Shape;108;p7"/>
            <p:cNvGrpSpPr/>
            <p:nvPr/>
          </p:nvGrpSpPr>
          <p:grpSpPr>
            <a:xfrm rot="-5400000">
              <a:off x="-774467" y="1681497"/>
              <a:ext cx="2323966" cy="74400"/>
              <a:chOff x="6549300" y="620875"/>
              <a:chExt cx="2490320" cy="74400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 rot="-5400000" flipH="1">
              <a:off x="7594483" y="3642897"/>
              <a:ext cx="2323966" cy="74400"/>
              <a:chOff x="6549300" y="620875"/>
              <a:chExt cx="2490320" cy="744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8"/>
          <p:cNvGrpSpPr/>
          <p:nvPr/>
        </p:nvGrpSpPr>
        <p:grpSpPr>
          <a:xfrm>
            <a:off x="968495" y="478075"/>
            <a:ext cx="7206712" cy="4187349"/>
            <a:chOff x="174441" y="-326550"/>
            <a:chExt cx="8795109" cy="3967547"/>
          </a:xfrm>
        </p:grpSpPr>
        <p:sp>
          <p:nvSpPr>
            <p:cNvPr id="122" name="Google Shape;122;p8"/>
            <p:cNvSpPr/>
            <p:nvPr/>
          </p:nvSpPr>
          <p:spPr>
            <a:xfrm>
              <a:off x="174441" y="-163603"/>
              <a:ext cx="8795100" cy="380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174450" y="-3265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1787450" y="1307100"/>
            <a:ext cx="5569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 flipH="1">
            <a:off x="244292" y="243900"/>
            <a:ext cx="8655872" cy="4652250"/>
            <a:chOff x="244292" y="243900"/>
            <a:chExt cx="8655872" cy="4652250"/>
          </a:xfrm>
        </p:grpSpPr>
        <p:grpSp>
          <p:nvGrpSpPr>
            <p:cNvPr id="126" name="Google Shape;126;p8"/>
            <p:cNvGrpSpPr/>
            <p:nvPr/>
          </p:nvGrpSpPr>
          <p:grpSpPr>
            <a:xfrm>
              <a:off x="6576198" y="243900"/>
              <a:ext cx="2323966" cy="74400"/>
              <a:chOff x="6549300" y="620875"/>
              <a:chExt cx="2490320" cy="74400"/>
            </a:xfrm>
          </p:grpSpPr>
          <p:sp>
            <p:nvSpPr>
              <p:cNvPr id="127" name="Google Shape;127;p8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0" name="Google Shape;130;p8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32" name="Google Shape;132;p8"/>
            <p:cNvGrpSpPr/>
            <p:nvPr/>
          </p:nvGrpSpPr>
          <p:grpSpPr>
            <a:xfrm rot="10800000">
              <a:off x="244292" y="4821750"/>
              <a:ext cx="2323966" cy="74400"/>
              <a:chOff x="6549300" y="620875"/>
              <a:chExt cx="2490320" cy="74400"/>
            </a:xfrm>
          </p:grpSpPr>
          <p:sp>
            <p:nvSpPr>
              <p:cNvPr id="133" name="Google Shape;133;p8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38" name="Google Shape;138;p8"/>
          <p:cNvGrpSpPr/>
          <p:nvPr/>
        </p:nvGrpSpPr>
        <p:grpSpPr>
          <a:xfrm>
            <a:off x="438788" y="884818"/>
            <a:ext cx="8266887" cy="3507457"/>
            <a:chOff x="244288" y="884818"/>
            <a:chExt cx="8266887" cy="3507457"/>
          </a:xfrm>
        </p:grpSpPr>
        <p:grpSp>
          <p:nvGrpSpPr>
            <p:cNvPr id="139" name="Google Shape;139;p8"/>
            <p:cNvGrpSpPr/>
            <p:nvPr/>
          </p:nvGrpSpPr>
          <p:grpSpPr>
            <a:xfrm>
              <a:off x="244288" y="884818"/>
              <a:ext cx="1710590" cy="1338104"/>
              <a:chOff x="1168188" y="1230829"/>
              <a:chExt cx="2011512" cy="1573500"/>
            </a:xfrm>
          </p:grpSpPr>
          <p:grpSp>
            <p:nvGrpSpPr>
              <p:cNvPr id="140" name="Google Shape;140;p8"/>
              <p:cNvGrpSpPr/>
              <p:nvPr/>
            </p:nvGrpSpPr>
            <p:grpSpPr>
              <a:xfrm>
                <a:off x="1168188" y="1230829"/>
                <a:ext cx="2011512" cy="1573500"/>
                <a:chOff x="8820125" y="2932104"/>
                <a:chExt cx="2011512" cy="1573500"/>
              </a:xfrm>
            </p:grpSpPr>
            <p:sp>
              <p:nvSpPr>
                <p:cNvPr id="141" name="Google Shape;141;p8"/>
                <p:cNvSpPr/>
                <p:nvPr/>
              </p:nvSpPr>
              <p:spPr>
                <a:xfrm>
                  <a:off x="8820125" y="2932104"/>
                  <a:ext cx="2008500" cy="15735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142" name="Google Shape;142;p8"/>
                <p:cNvCxnSpPr/>
                <p:nvPr/>
              </p:nvCxnSpPr>
              <p:spPr>
                <a:xfrm>
                  <a:off x="8820137" y="3054784"/>
                  <a:ext cx="2011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43" name="Google Shape;143;p8"/>
              <p:cNvGrpSpPr/>
              <p:nvPr/>
            </p:nvGrpSpPr>
            <p:grpSpPr>
              <a:xfrm>
                <a:off x="1309650" y="1472416"/>
                <a:ext cx="1728566" cy="1172134"/>
                <a:chOff x="1309650" y="1472416"/>
                <a:chExt cx="1728566" cy="1172134"/>
              </a:xfrm>
            </p:grpSpPr>
            <p:grpSp>
              <p:nvGrpSpPr>
                <p:cNvPr id="144" name="Google Shape;144;p8"/>
                <p:cNvGrpSpPr/>
                <p:nvPr/>
              </p:nvGrpSpPr>
              <p:grpSpPr>
                <a:xfrm>
                  <a:off x="1309650" y="1472450"/>
                  <a:ext cx="868800" cy="1172100"/>
                  <a:chOff x="9920425" y="3117000"/>
                  <a:chExt cx="868800" cy="1172100"/>
                </a:xfrm>
              </p:grpSpPr>
              <p:sp>
                <p:nvSpPr>
                  <p:cNvPr id="145" name="Google Shape;145;p8"/>
                  <p:cNvSpPr/>
                  <p:nvPr/>
                </p:nvSpPr>
                <p:spPr>
                  <a:xfrm>
                    <a:off x="9920425" y="3117000"/>
                    <a:ext cx="868800" cy="11721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146" name="Google Shape;146;p8"/>
                  <p:cNvGrpSpPr/>
                  <p:nvPr/>
                </p:nvGrpSpPr>
                <p:grpSpPr>
                  <a:xfrm>
                    <a:off x="10002175" y="3212556"/>
                    <a:ext cx="705300" cy="190728"/>
                    <a:chOff x="10065000" y="3196075"/>
                    <a:chExt cx="705300" cy="125628"/>
                  </a:xfrm>
                </p:grpSpPr>
                <p:sp>
                  <p:nvSpPr>
                    <p:cNvPr id="147" name="Google Shape;147;p8"/>
                    <p:cNvSpPr/>
                    <p:nvPr/>
                  </p:nvSpPr>
                  <p:spPr>
                    <a:xfrm>
                      <a:off x="10065000" y="3196075"/>
                      <a:ext cx="705300" cy="25800"/>
                    </a:xfrm>
                    <a:prstGeom prst="rect">
                      <a:avLst/>
                    </a:pr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148" name="Google Shape;148;p8"/>
                    <p:cNvSpPr/>
                    <p:nvPr/>
                  </p:nvSpPr>
                  <p:spPr>
                    <a:xfrm>
                      <a:off x="10065000" y="3245989"/>
                      <a:ext cx="705300" cy="25800"/>
                    </a:xfrm>
                    <a:prstGeom prst="rect">
                      <a:avLst/>
                    </a:pr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149" name="Google Shape;149;p8"/>
                    <p:cNvSpPr/>
                    <p:nvPr/>
                  </p:nvSpPr>
                  <p:spPr>
                    <a:xfrm>
                      <a:off x="10065000" y="3295903"/>
                      <a:ext cx="705300" cy="25800"/>
                    </a:xfrm>
                    <a:prstGeom prst="rect">
                      <a:avLst/>
                    </a:pr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</p:grpSp>
            <p:grpSp>
              <p:nvGrpSpPr>
                <p:cNvPr id="150" name="Google Shape;150;p8"/>
                <p:cNvGrpSpPr/>
                <p:nvPr/>
              </p:nvGrpSpPr>
              <p:grpSpPr>
                <a:xfrm>
                  <a:off x="2274348" y="1472416"/>
                  <a:ext cx="763868" cy="325317"/>
                  <a:chOff x="9220470" y="1332238"/>
                  <a:chExt cx="1188900" cy="325317"/>
                </a:xfrm>
              </p:grpSpPr>
              <p:sp>
                <p:nvSpPr>
                  <p:cNvPr id="151" name="Google Shape;151;p8"/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2" name="Google Shape;152;p8"/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3" name="Google Shape;153;p8"/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4" name="Google Shape;154;p8"/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5" name="Google Shape;155;p8"/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6" name="Google Shape;156;p8"/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57" name="Google Shape;157;p8"/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158" name="Google Shape;158;p8"/>
                <p:cNvGrpSpPr/>
                <p:nvPr/>
              </p:nvGrpSpPr>
              <p:grpSpPr>
                <a:xfrm>
                  <a:off x="2274388" y="2237450"/>
                  <a:ext cx="763800" cy="407100"/>
                  <a:chOff x="9972888" y="3117000"/>
                  <a:chExt cx="763800" cy="407100"/>
                </a:xfrm>
              </p:grpSpPr>
              <p:sp>
                <p:nvSpPr>
                  <p:cNvPr id="159" name="Google Shape;159;p8"/>
                  <p:cNvSpPr/>
                  <p:nvPr/>
                </p:nvSpPr>
                <p:spPr>
                  <a:xfrm>
                    <a:off x="9972888" y="3117000"/>
                    <a:ext cx="763800" cy="407100"/>
                  </a:xfrm>
                  <a:prstGeom prst="rect">
                    <a:avLst/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160" name="Google Shape;160;p8"/>
                  <p:cNvGrpSpPr/>
                  <p:nvPr/>
                </p:nvGrpSpPr>
                <p:grpSpPr>
                  <a:xfrm>
                    <a:off x="10037675" y="3169975"/>
                    <a:ext cx="634200" cy="142149"/>
                    <a:chOff x="10100500" y="3168028"/>
                    <a:chExt cx="634200" cy="93630"/>
                  </a:xfrm>
                </p:grpSpPr>
                <p:sp>
                  <p:nvSpPr>
                    <p:cNvPr id="161" name="Google Shape;161;p8"/>
                    <p:cNvSpPr/>
                    <p:nvPr/>
                  </p:nvSpPr>
                  <p:spPr>
                    <a:xfrm>
                      <a:off x="10100500" y="3168028"/>
                      <a:ext cx="634200" cy="192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162" name="Google Shape;162;p8"/>
                    <p:cNvSpPr/>
                    <p:nvPr/>
                  </p:nvSpPr>
                  <p:spPr>
                    <a:xfrm>
                      <a:off x="10100500" y="3205243"/>
                      <a:ext cx="634200" cy="192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163" name="Google Shape;163;p8"/>
                    <p:cNvSpPr/>
                    <p:nvPr/>
                  </p:nvSpPr>
                  <p:spPr>
                    <a:xfrm>
                      <a:off x="10100500" y="3242458"/>
                      <a:ext cx="634200" cy="192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</p:grpSp>
            <p:grpSp>
              <p:nvGrpSpPr>
                <p:cNvPr id="164" name="Google Shape;164;p8"/>
                <p:cNvGrpSpPr/>
                <p:nvPr/>
              </p:nvGrpSpPr>
              <p:grpSpPr>
                <a:xfrm>
                  <a:off x="2307088" y="1978725"/>
                  <a:ext cx="698400" cy="77700"/>
                  <a:chOff x="9368075" y="2460800"/>
                  <a:chExt cx="698400" cy="77700"/>
                </a:xfrm>
              </p:grpSpPr>
              <p:sp>
                <p:nvSpPr>
                  <p:cNvPr id="165" name="Google Shape;165;p8"/>
                  <p:cNvSpPr/>
                  <p:nvPr/>
                </p:nvSpPr>
                <p:spPr>
                  <a:xfrm>
                    <a:off x="9368075" y="2460800"/>
                    <a:ext cx="698400" cy="258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166" name="Google Shape;166;p8"/>
                  <p:cNvSpPr/>
                  <p:nvPr/>
                </p:nvSpPr>
                <p:spPr>
                  <a:xfrm>
                    <a:off x="9368075" y="2512700"/>
                    <a:ext cx="698400" cy="258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</p:grpSp>
        <p:grpSp>
          <p:nvGrpSpPr>
            <p:cNvPr id="167" name="Google Shape;167;p8"/>
            <p:cNvGrpSpPr/>
            <p:nvPr/>
          </p:nvGrpSpPr>
          <p:grpSpPr>
            <a:xfrm>
              <a:off x="7827475" y="3255275"/>
              <a:ext cx="683700" cy="1137000"/>
              <a:chOff x="-1144200" y="2928625"/>
              <a:chExt cx="683700" cy="1137000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-1144200" y="2928625"/>
                <a:ext cx="683700" cy="1137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-1144200" y="2928625"/>
                <a:ext cx="683700" cy="879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170" name="Google Shape;170;p8"/>
              <p:cNvGrpSpPr/>
              <p:nvPr/>
            </p:nvGrpSpPr>
            <p:grpSpPr>
              <a:xfrm>
                <a:off x="-1080750" y="3107500"/>
                <a:ext cx="556800" cy="752050"/>
                <a:chOff x="-1080750" y="3107500"/>
                <a:chExt cx="556800" cy="752050"/>
              </a:xfrm>
            </p:grpSpPr>
            <p:sp>
              <p:nvSpPr>
                <p:cNvPr id="171" name="Google Shape;171;p8"/>
                <p:cNvSpPr/>
                <p:nvPr/>
              </p:nvSpPr>
              <p:spPr>
                <a:xfrm>
                  <a:off x="-1080750" y="3107500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2" name="Google Shape;172;p8"/>
                <p:cNvSpPr/>
                <p:nvPr/>
              </p:nvSpPr>
              <p:spPr>
                <a:xfrm>
                  <a:off x="-1080750" y="3159418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3" name="Google Shape;173;p8"/>
                <p:cNvSpPr/>
                <p:nvPr/>
              </p:nvSpPr>
              <p:spPr>
                <a:xfrm>
                  <a:off x="-1080750" y="3211336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-1080750" y="3263254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-1080750" y="3315171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-1080750" y="3367089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-1080750" y="3419007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8" name="Google Shape;178;p8"/>
                <p:cNvSpPr/>
                <p:nvPr/>
              </p:nvSpPr>
              <p:spPr>
                <a:xfrm>
                  <a:off x="-1080750" y="3470925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79" name="Google Shape;179;p8"/>
                <p:cNvSpPr/>
                <p:nvPr/>
              </p:nvSpPr>
              <p:spPr>
                <a:xfrm>
                  <a:off x="-1080750" y="3522843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0" name="Google Shape;180;p8"/>
                <p:cNvSpPr/>
                <p:nvPr/>
              </p:nvSpPr>
              <p:spPr>
                <a:xfrm>
                  <a:off x="-1080750" y="3574761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1" name="Google Shape;181;p8"/>
                <p:cNvSpPr/>
                <p:nvPr/>
              </p:nvSpPr>
              <p:spPr>
                <a:xfrm>
                  <a:off x="-1080750" y="3626679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2" name="Google Shape;182;p8"/>
                <p:cNvSpPr/>
                <p:nvPr/>
              </p:nvSpPr>
              <p:spPr>
                <a:xfrm>
                  <a:off x="-1080750" y="3678596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3" name="Google Shape;183;p8"/>
                <p:cNvSpPr/>
                <p:nvPr/>
              </p:nvSpPr>
              <p:spPr>
                <a:xfrm>
                  <a:off x="-1080750" y="3730514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4" name="Google Shape;184;p8"/>
                <p:cNvSpPr/>
                <p:nvPr/>
              </p:nvSpPr>
              <p:spPr>
                <a:xfrm>
                  <a:off x="-1080750" y="3782432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85" name="Google Shape;185;p8"/>
                <p:cNvSpPr/>
                <p:nvPr/>
              </p:nvSpPr>
              <p:spPr>
                <a:xfrm>
                  <a:off x="-1080750" y="3834350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9"/>
          <p:cNvGrpSpPr/>
          <p:nvPr/>
        </p:nvGrpSpPr>
        <p:grpSpPr>
          <a:xfrm>
            <a:off x="880097" y="439290"/>
            <a:ext cx="6977160" cy="4187349"/>
            <a:chOff x="174441" y="-326550"/>
            <a:chExt cx="8795109" cy="3967547"/>
          </a:xfrm>
        </p:grpSpPr>
        <p:sp>
          <p:nvSpPr>
            <p:cNvPr id="188" name="Google Shape;188;p9"/>
            <p:cNvSpPr/>
            <p:nvPr/>
          </p:nvSpPr>
          <p:spPr>
            <a:xfrm>
              <a:off x="174441" y="-163603"/>
              <a:ext cx="8795100" cy="380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174450" y="-3265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536400" y="802025"/>
            <a:ext cx="7780806" cy="4021571"/>
            <a:chOff x="536400" y="802025"/>
            <a:chExt cx="7780806" cy="4021571"/>
          </a:xfrm>
        </p:grpSpPr>
        <p:grpSp>
          <p:nvGrpSpPr>
            <p:cNvPr id="191" name="Google Shape;191;p9"/>
            <p:cNvGrpSpPr/>
            <p:nvPr/>
          </p:nvGrpSpPr>
          <p:grpSpPr>
            <a:xfrm>
              <a:off x="6505247" y="3767768"/>
              <a:ext cx="1811959" cy="1055828"/>
              <a:chOff x="9312437" y="1665650"/>
              <a:chExt cx="2011500" cy="1172100"/>
            </a:xfrm>
          </p:grpSpPr>
          <p:sp>
            <p:nvSpPr>
              <p:cNvPr id="192" name="Google Shape;192;p9"/>
              <p:cNvSpPr/>
              <p:nvPr/>
            </p:nvSpPr>
            <p:spPr>
              <a:xfrm>
                <a:off x="9312437" y="1665650"/>
                <a:ext cx="2008500" cy="11721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193" name="Google Shape;193;p9"/>
              <p:cNvCxnSpPr/>
              <p:nvPr/>
            </p:nvCxnSpPr>
            <p:spPr>
              <a:xfrm>
                <a:off x="9312437" y="1788346"/>
                <a:ext cx="2011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4" name="Google Shape;194;p9"/>
              <p:cNvSpPr/>
              <p:nvPr/>
            </p:nvSpPr>
            <p:spPr>
              <a:xfrm>
                <a:off x="9368075" y="1929625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9368075" y="1979544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9368075" y="2029464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9368075" y="2079383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9368075" y="2129303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9368075" y="2179222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9368075" y="2229142"/>
                <a:ext cx="18972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201" name="Google Shape;201;p9"/>
              <p:cNvGrpSpPr/>
              <p:nvPr/>
            </p:nvGrpSpPr>
            <p:grpSpPr>
              <a:xfrm>
                <a:off x="9368086" y="2328964"/>
                <a:ext cx="698400" cy="263142"/>
                <a:chOff x="9368086" y="2328964"/>
                <a:chExt cx="698400" cy="263142"/>
              </a:xfrm>
            </p:grpSpPr>
            <p:sp>
              <p:nvSpPr>
                <p:cNvPr id="202" name="Google Shape;202;p9"/>
                <p:cNvSpPr/>
                <p:nvPr/>
              </p:nvSpPr>
              <p:spPr>
                <a:xfrm>
                  <a:off x="9368086" y="2328964"/>
                  <a:ext cx="698400" cy="113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03" name="Google Shape;203;p9"/>
                <p:cNvSpPr/>
                <p:nvPr/>
              </p:nvSpPr>
              <p:spPr>
                <a:xfrm>
                  <a:off x="9368086" y="2478706"/>
                  <a:ext cx="698400" cy="113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  <p:grpSp>
          <p:nvGrpSpPr>
            <p:cNvPr id="204" name="Google Shape;204;p9"/>
            <p:cNvGrpSpPr/>
            <p:nvPr/>
          </p:nvGrpSpPr>
          <p:grpSpPr>
            <a:xfrm>
              <a:off x="536400" y="802025"/>
              <a:ext cx="1260307" cy="967800"/>
              <a:chOff x="9185600" y="1152775"/>
              <a:chExt cx="1260307" cy="967800"/>
            </a:xfrm>
          </p:grpSpPr>
          <p:sp>
            <p:nvSpPr>
              <p:cNvPr id="205" name="Google Shape;205;p9"/>
              <p:cNvSpPr/>
              <p:nvPr/>
            </p:nvSpPr>
            <p:spPr>
              <a:xfrm>
                <a:off x="9185600" y="1152775"/>
                <a:ext cx="1258500" cy="967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206" name="Google Shape;206;p9"/>
              <p:cNvCxnSpPr/>
              <p:nvPr/>
            </p:nvCxnSpPr>
            <p:spPr>
              <a:xfrm>
                <a:off x="9185607" y="1275471"/>
                <a:ext cx="126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07" name="Google Shape;207;p9"/>
              <p:cNvGrpSpPr/>
              <p:nvPr/>
            </p:nvGrpSpPr>
            <p:grpSpPr>
              <a:xfrm>
                <a:off x="9272252" y="1332250"/>
                <a:ext cx="1084871" cy="608875"/>
                <a:chOff x="9220470" y="1332238"/>
                <a:chExt cx="1188900" cy="608875"/>
              </a:xfrm>
            </p:grpSpPr>
            <p:sp>
              <p:nvSpPr>
                <p:cNvPr id="208" name="Google Shape;208;p9"/>
                <p:cNvSpPr/>
                <p:nvPr/>
              </p:nvSpPr>
              <p:spPr>
                <a:xfrm>
                  <a:off x="9220470" y="1332238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>
                  <a:off x="9220470" y="1382157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0" name="Google Shape;210;p9"/>
                <p:cNvSpPr/>
                <p:nvPr/>
              </p:nvSpPr>
              <p:spPr>
                <a:xfrm>
                  <a:off x="9220470" y="1432076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1" name="Google Shape;211;p9"/>
                <p:cNvSpPr/>
                <p:nvPr/>
              </p:nvSpPr>
              <p:spPr>
                <a:xfrm>
                  <a:off x="9220470" y="1481996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2" name="Google Shape;212;p9"/>
                <p:cNvSpPr/>
                <p:nvPr/>
              </p:nvSpPr>
              <p:spPr>
                <a:xfrm>
                  <a:off x="9220470" y="1531915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3" name="Google Shape;213;p9"/>
                <p:cNvSpPr/>
                <p:nvPr/>
              </p:nvSpPr>
              <p:spPr>
                <a:xfrm>
                  <a:off x="9220470" y="1581835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4" name="Google Shape;214;p9"/>
                <p:cNvSpPr/>
                <p:nvPr/>
              </p:nvSpPr>
              <p:spPr>
                <a:xfrm>
                  <a:off x="9220470" y="1631754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15" name="Google Shape;215;p9"/>
                <p:cNvSpPr/>
                <p:nvPr/>
              </p:nvSpPr>
              <p:spPr>
                <a:xfrm>
                  <a:off x="9220470" y="1681663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grpSp>
              <p:nvGrpSpPr>
                <p:cNvPr id="216" name="Google Shape;216;p9"/>
                <p:cNvGrpSpPr/>
                <p:nvPr/>
              </p:nvGrpSpPr>
              <p:grpSpPr>
                <a:xfrm>
                  <a:off x="9220470" y="1863413"/>
                  <a:ext cx="437617" cy="77700"/>
                  <a:chOff x="9368075" y="2460800"/>
                  <a:chExt cx="698400" cy="77700"/>
                </a:xfrm>
              </p:grpSpPr>
              <p:sp>
                <p:nvSpPr>
                  <p:cNvPr id="217" name="Google Shape;217;p9"/>
                  <p:cNvSpPr/>
                  <p:nvPr/>
                </p:nvSpPr>
                <p:spPr>
                  <a:xfrm>
                    <a:off x="9368075" y="2460800"/>
                    <a:ext cx="698400" cy="258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218" name="Google Shape;218;p9"/>
                  <p:cNvSpPr/>
                  <p:nvPr/>
                </p:nvSpPr>
                <p:spPr>
                  <a:xfrm>
                    <a:off x="9368075" y="2512700"/>
                    <a:ext cx="698400" cy="258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sp>
              <p:nvSpPr>
                <p:cNvPr id="219" name="Google Shape;219;p9"/>
                <p:cNvSpPr/>
                <p:nvPr/>
              </p:nvSpPr>
              <p:spPr>
                <a:xfrm>
                  <a:off x="9220470" y="1731586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220" name="Google Shape;220;p9"/>
                <p:cNvSpPr/>
                <p:nvPr/>
              </p:nvSpPr>
              <p:spPr>
                <a:xfrm>
                  <a:off x="9220470" y="1781510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</p:grpSp>
      <p:sp>
        <p:nvSpPr>
          <p:cNvPr id="221" name="Google Shape;221;p9"/>
          <p:cNvSpPr txBox="1">
            <a:spLocks noGrp="1"/>
          </p:cNvSpPr>
          <p:nvPr>
            <p:ph type="title"/>
          </p:nvPr>
        </p:nvSpPr>
        <p:spPr>
          <a:xfrm>
            <a:off x="1315550" y="1254000"/>
            <a:ext cx="5650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22" name="Google Shape;222;p9"/>
          <p:cNvSpPr txBox="1">
            <a:spLocks noGrp="1"/>
          </p:cNvSpPr>
          <p:nvPr>
            <p:ph type="subTitle" idx="1"/>
          </p:nvPr>
        </p:nvSpPr>
        <p:spPr>
          <a:xfrm>
            <a:off x="1315550" y="3218400"/>
            <a:ext cx="56505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3" name="Google Shape;223;p9"/>
          <p:cNvGrpSpPr/>
          <p:nvPr/>
        </p:nvGrpSpPr>
        <p:grpSpPr>
          <a:xfrm>
            <a:off x="374566" y="2280032"/>
            <a:ext cx="8394825" cy="2323973"/>
            <a:chOff x="374566" y="2274695"/>
            <a:chExt cx="8394825" cy="2323973"/>
          </a:xfrm>
        </p:grpSpPr>
        <p:grpSp>
          <p:nvGrpSpPr>
            <p:cNvPr id="224" name="Google Shape;224;p9"/>
            <p:cNvGrpSpPr/>
            <p:nvPr/>
          </p:nvGrpSpPr>
          <p:grpSpPr>
            <a:xfrm rot="5400000">
              <a:off x="7570208" y="3399478"/>
              <a:ext cx="2323966" cy="74400"/>
              <a:chOff x="6549300" y="620875"/>
              <a:chExt cx="2490320" cy="74400"/>
            </a:xfrm>
          </p:grpSpPr>
          <p:sp>
            <p:nvSpPr>
              <p:cNvPr id="225" name="Google Shape;225;p9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30" name="Google Shape;230;p9"/>
            <p:cNvGrpSpPr/>
            <p:nvPr/>
          </p:nvGrpSpPr>
          <p:grpSpPr>
            <a:xfrm rot="-5400000">
              <a:off x="-750217" y="3399485"/>
              <a:ext cx="2323966" cy="74400"/>
              <a:chOff x="4695611" y="620875"/>
              <a:chExt cx="2490320" cy="74400"/>
            </a:xfrm>
          </p:grpSpPr>
          <p:sp>
            <p:nvSpPr>
              <p:cNvPr id="231" name="Google Shape;231;p9"/>
              <p:cNvSpPr/>
              <p:nvPr/>
            </p:nvSpPr>
            <p:spPr>
              <a:xfrm flipH="1">
                <a:off x="6758131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 flipH="1">
                <a:off x="6242501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 flipH="1">
                <a:off x="5726871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 flipH="1">
                <a:off x="5211241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 flipH="1">
                <a:off x="4695611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3"/>
          <p:cNvGrpSpPr/>
          <p:nvPr/>
        </p:nvGrpSpPr>
        <p:grpSpPr>
          <a:xfrm>
            <a:off x="174450" y="175638"/>
            <a:ext cx="8795100" cy="4826700"/>
            <a:chOff x="174450" y="176325"/>
            <a:chExt cx="8795100" cy="4826700"/>
          </a:xfrm>
        </p:grpSpPr>
        <p:sp>
          <p:nvSpPr>
            <p:cNvPr id="258" name="Google Shape;258;p13"/>
            <p:cNvSpPr/>
            <p:nvPr/>
          </p:nvSpPr>
          <p:spPr>
            <a:xfrm>
              <a:off x="174450" y="346425"/>
              <a:ext cx="8795100" cy="4656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174450" y="176325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77313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2541594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4" hasCustomPrompt="1"/>
          </p:nvPr>
        </p:nvSpPr>
        <p:spPr>
          <a:xfrm>
            <a:off x="4571975" y="1377313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4" name="Google Shape;264;p13"/>
          <p:cNvSpPr txBox="1">
            <a:spLocks noGrp="1"/>
          </p:cNvSpPr>
          <p:nvPr>
            <p:ph type="title" idx="5" hasCustomPrompt="1"/>
          </p:nvPr>
        </p:nvSpPr>
        <p:spPr>
          <a:xfrm>
            <a:off x="4571975" y="2541594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3705858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7" hasCustomPrompt="1"/>
          </p:nvPr>
        </p:nvSpPr>
        <p:spPr>
          <a:xfrm>
            <a:off x="4571975" y="3705858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p13"/>
          <p:cNvSpPr txBox="1">
            <a:spLocks noGrp="1"/>
          </p:cNvSpPr>
          <p:nvPr>
            <p:ph type="subTitle" idx="1"/>
          </p:nvPr>
        </p:nvSpPr>
        <p:spPr>
          <a:xfrm>
            <a:off x="1596800" y="1377334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subTitle" idx="8"/>
          </p:nvPr>
        </p:nvSpPr>
        <p:spPr>
          <a:xfrm>
            <a:off x="1596800" y="2541605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9"/>
          </p:nvPr>
        </p:nvSpPr>
        <p:spPr>
          <a:xfrm>
            <a:off x="1596800" y="3705844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13"/>
          </p:nvPr>
        </p:nvSpPr>
        <p:spPr>
          <a:xfrm>
            <a:off x="5455550" y="1377334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subTitle" idx="14"/>
          </p:nvPr>
        </p:nvSpPr>
        <p:spPr>
          <a:xfrm>
            <a:off x="5455550" y="2541605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15"/>
          </p:nvPr>
        </p:nvSpPr>
        <p:spPr>
          <a:xfrm>
            <a:off x="5455550" y="3705844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273" name="Google Shape;273;p13"/>
          <p:cNvGrpSpPr/>
          <p:nvPr/>
        </p:nvGrpSpPr>
        <p:grpSpPr>
          <a:xfrm flipH="1">
            <a:off x="350316" y="556714"/>
            <a:ext cx="8443350" cy="4285366"/>
            <a:chOff x="350316" y="556714"/>
            <a:chExt cx="8443350" cy="4285366"/>
          </a:xfrm>
        </p:grpSpPr>
        <p:grpSp>
          <p:nvGrpSpPr>
            <p:cNvPr id="274" name="Google Shape;274;p13"/>
            <p:cNvGrpSpPr/>
            <p:nvPr/>
          </p:nvGrpSpPr>
          <p:grpSpPr>
            <a:xfrm rot="-5400000">
              <a:off x="-774467" y="1681497"/>
              <a:ext cx="2323966" cy="74400"/>
              <a:chOff x="6549300" y="620875"/>
              <a:chExt cx="2490320" cy="74400"/>
            </a:xfrm>
          </p:grpSpPr>
          <p:sp>
            <p:nvSpPr>
              <p:cNvPr id="275" name="Google Shape;275;p13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280" name="Google Shape;280;p13"/>
            <p:cNvGrpSpPr/>
            <p:nvPr/>
          </p:nvGrpSpPr>
          <p:grpSpPr>
            <a:xfrm rot="-5400000" flipH="1">
              <a:off x="7594483" y="3642897"/>
              <a:ext cx="2323966" cy="74400"/>
              <a:chOff x="6549300" y="620875"/>
              <a:chExt cx="2490320" cy="74400"/>
            </a:xfrm>
          </p:grpSpPr>
          <p:sp>
            <p:nvSpPr>
              <p:cNvPr id="281" name="Google Shape;281;p13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0"/>
          <p:cNvGrpSpPr/>
          <p:nvPr/>
        </p:nvGrpSpPr>
        <p:grpSpPr>
          <a:xfrm>
            <a:off x="174450" y="175638"/>
            <a:ext cx="8795100" cy="4826700"/>
            <a:chOff x="174450" y="176325"/>
            <a:chExt cx="8795100" cy="4826700"/>
          </a:xfrm>
        </p:grpSpPr>
        <p:sp>
          <p:nvSpPr>
            <p:cNvPr id="405" name="Google Shape;405;p20"/>
            <p:cNvSpPr/>
            <p:nvPr/>
          </p:nvSpPr>
          <p:spPr>
            <a:xfrm>
              <a:off x="174450" y="346425"/>
              <a:ext cx="8795100" cy="4656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174450" y="176325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07" name="Google Shape;40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0"/>
          <p:cNvSpPr txBox="1">
            <a:spLocks noGrp="1"/>
          </p:cNvSpPr>
          <p:nvPr>
            <p:ph type="subTitle" idx="1"/>
          </p:nvPr>
        </p:nvSpPr>
        <p:spPr>
          <a:xfrm>
            <a:off x="713227" y="2853637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0"/>
          <p:cNvSpPr txBox="1">
            <a:spLocks noGrp="1"/>
          </p:cNvSpPr>
          <p:nvPr>
            <p:ph type="subTitle" idx="2"/>
          </p:nvPr>
        </p:nvSpPr>
        <p:spPr>
          <a:xfrm>
            <a:off x="713226" y="1650175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20"/>
          <p:cNvSpPr txBox="1">
            <a:spLocks noGrp="1"/>
          </p:cNvSpPr>
          <p:nvPr>
            <p:ph type="subTitle" idx="3"/>
          </p:nvPr>
        </p:nvSpPr>
        <p:spPr>
          <a:xfrm>
            <a:off x="713226" y="4057100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subTitle" idx="4"/>
          </p:nvPr>
        </p:nvSpPr>
        <p:spPr>
          <a:xfrm>
            <a:off x="713227" y="2442137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subTitle" idx="5"/>
          </p:nvPr>
        </p:nvSpPr>
        <p:spPr>
          <a:xfrm>
            <a:off x="713226" y="1238675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ubTitle" idx="6"/>
          </p:nvPr>
        </p:nvSpPr>
        <p:spPr>
          <a:xfrm>
            <a:off x="713225" y="3645600"/>
            <a:ext cx="65883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414" name="Google Shape;414;p20"/>
          <p:cNvGrpSpPr/>
          <p:nvPr/>
        </p:nvGrpSpPr>
        <p:grpSpPr>
          <a:xfrm>
            <a:off x="346058" y="4756047"/>
            <a:ext cx="8447556" cy="74403"/>
            <a:chOff x="346058" y="4756047"/>
            <a:chExt cx="8447556" cy="74403"/>
          </a:xfrm>
        </p:grpSpPr>
        <p:grpSp>
          <p:nvGrpSpPr>
            <p:cNvPr id="415" name="Google Shape;415;p20"/>
            <p:cNvGrpSpPr/>
            <p:nvPr/>
          </p:nvGrpSpPr>
          <p:grpSpPr>
            <a:xfrm rot="10800000" flipH="1">
              <a:off x="6469648" y="4756050"/>
              <a:ext cx="2323966" cy="74400"/>
              <a:chOff x="6549300" y="620875"/>
              <a:chExt cx="2490320" cy="74400"/>
            </a:xfrm>
          </p:grpSpPr>
          <p:sp>
            <p:nvSpPr>
              <p:cNvPr id="416" name="Google Shape;416;p20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18" name="Google Shape;418;p20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421" name="Google Shape;421;p20"/>
            <p:cNvGrpSpPr/>
            <p:nvPr/>
          </p:nvGrpSpPr>
          <p:grpSpPr>
            <a:xfrm rot="10800000">
              <a:off x="346058" y="4756047"/>
              <a:ext cx="2323966" cy="74400"/>
              <a:chOff x="6549300" y="620875"/>
              <a:chExt cx="2490320" cy="74400"/>
            </a:xfrm>
          </p:grpSpPr>
          <p:sp>
            <p:nvSpPr>
              <p:cNvPr id="422" name="Google Shape;422;p20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4"/>
          <p:cNvGrpSpPr/>
          <p:nvPr/>
        </p:nvGrpSpPr>
        <p:grpSpPr>
          <a:xfrm>
            <a:off x="174450" y="175638"/>
            <a:ext cx="8795100" cy="4826700"/>
            <a:chOff x="174450" y="176325"/>
            <a:chExt cx="8795100" cy="4826700"/>
          </a:xfrm>
        </p:grpSpPr>
        <p:sp>
          <p:nvSpPr>
            <p:cNvPr id="505" name="Google Shape;505;p24"/>
            <p:cNvSpPr/>
            <p:nvPr/>
          </p:nvSpPr>
          <p:spPr>
            <a:xfrm>
              <a:off x="174450" y="346425"/>
              <a:ext cx="8795100" cy="4656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174450" y="176325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07" name="Google Shape;507;p24"/>
          <p:cNvGrpSpPr/>
          <p:nvPr/>
        </p:nvGrpSpPr>
        <p:grpSpPr>
          <a:xfrm>
            <a:off x="331175" y="558375"/>
            <a:ext cx="8483700" cy="4045613"/>
            <a:chOff x="331175" y="558375"/>
            <a:chExt cx="8483700" cy="4045613"/>
          </a:xfrm>
        </p:grpSpPr>
        <p:grpSp>
          <p:nvGrpSpPr>
            <p:cNvPr id="508" name="Google Shape;508;p24"/>
            <p:cNvGrpSpPr/>
            <p:nvPr/>
          </p:nvGrpSpPr>
          <p:grpSpPr>
            <a:xfrm>
              <a:off x="331175" y="3552825"/>
              <a:ext cx="920400" cy="1051163"/>
              <a:chOff x="1508750" y="36588"/>
              <a:chExt cx="920400" cy="1051163"/>
            </a:xfrm>
          </p:grpSpPr>
          <p:sp>
            <p:nvSpPr>
              <p:cNvPr id="509" name="Google Shape;509;p24"/>
              <p:cNvSpPr/>
              <p:nvPr/>
            </p:nvSpPr>
            <p:spPr>
              <a:xfrm>
                <a:off x="1508750" y="492250"/>
                <a:ext cx="920400" cy="595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10" name="Google Shape;510;p24"/>
              <p:cNvSpPr/>
              <p:nvPr/>
            </p:nvSpPr>
            <p:spPr>
              <a:xfrm rot="-2700000">
                <a:off x="1646085" y="170323"/>
                <a:ext cx="645730" cy="645730"/>
              </a:xfrm>
              <a:prstGeom prst="rtTriangl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11" name="Google Shape;511;p24"/>
            <p:cNvGrpSpPr/>
            <p:nvPr/>
          </p:nvGrpSpPr>
          <p:grpSpPr>
            <a:xfrm>
              <a:off x="8131175" y="558375"/>
              <a:ext cx="683700" cy="1137000"/>
              <a:chOff x="-1144200" y="2928625"/>
              <a:chExt cx="683700" cy="1137000"/>
            </a:xfrm>
          </p:grpSpPr>
          <p:sp>
            <p:nvSpPr>
              <p:cNvPr id="512" name="Google Shape;512;p24"/>
              <p:cNvSpPr/>
              <p:nvPr/>
            </p:nvSpPr>
            <p:spPr>
              <a:xfrm>
                <a:off x="-1144200" y="2928625"/>
                <a:ext cx="683700" cy="1137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13" name="Google Shape;513;p24"/>
              <p:cNvSpPr/>
              <p:nvPr/>
            </p:nvSpPr>
            <p:spPr>
              <a:xfrm>
                <a:off x="-1144200" y="2928625"/>
                <a:ext cx="683700" cy="879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514" name="Google Shape;514;p24"/>
              <p:cNvGrpSpPr/>
              <p:nvPr/>
            </p:nvGrpSpPr>
            <p:grpSpPr>
              <a:xfrm>
                <a:off x="-1080750" y="3107500"/>
                <a:ext cx="556800" cy="752050"/>
                <a:chOff x="-1080750" y="3107500"/>
                <a:chExt cx="556800" cy="752050"/>
              </a:xfrm>
            </p:grpSpPr>
            <p:sp>
              <p:nvSpPr>
                <p:cNvPr id="515" name="Google Shape;515;p24"/>
                <p:cNvSpPr/>
                <p:nvPr/>
              </p:nvSpPr>
              <p:spPr>
                <a:xfrm>
                  <a:off x="-1080750" y="3107500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16" name="Google Shape;516;p24"/>
                <p:cNvSpPr/>
                <p:nvPr/>
              </p:nvSpPr>
              <p:spPr>
                <a:xfrm>
                  <a:off x="-1080750" y="3159418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17" name="Google Shape;517;p24"/>
                <p:cNvSpPr/>
                <p:nvPr/>
              </p:nvSpPr>
              <p:spPr>
                <a:xfrm>
                  <a:off x="-1080750" y="3211336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18" name="Google Shape;518;p24"/>
                <p:cNvSpPr/>
                <p:nvPr/>
              </p:nvSpPr>
              <p:spPr>
                <a:xfrm>
                  <a:off x="-1080750" y="3263254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19" name="Google Shape;519;p24"/>
                <p:cNvSpPr/>
                <p:nvPr/>
              </p:nvSpPr>
              <p:spPr>
                <a:xfrm>
                  <a:off x="-1080750" y="3315171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0" name="Google Shape;520;p24"/>
                <p:cNvSpPr/>
                <p:nvPr/>
              </p:nvSpPr>
              <p:spPr>
                <a:xfrm>
                  <a:off x="-1080750" y="3367089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1" name="Google Shape;521;p24"/>
                <p:cNvSpPr/>
                <p:nvPr/>
              </p:nvSpPr>
              <p:spPr>
                <a:xfrm>
                  <a:off x="-1080750" y="3419007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2" name="Google Shape;522;p24"/>
                <p:cNvSpPr/>
                <p:nvPr/>
              </p:nvSpPr>
              <p:spPr>
                <a:xfrm>
                  <a:off x="-1080750" y="3470925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3" name="Google Shape;523;p24"/>
                <p:cNvSpPr/>
                <p:nvPr/>
              </p:nvSpPr>
              <p:spPr>
                <a:xfrm>
                  <a:off x="-1080750" y="3522843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4" name="Google Shape;524;p24"/>
                <p:cNvSpPr/>
                <p:nvPr/>
              </p:nvSpPr>
              <p:spPr>
                <a:xfrm>
                  <a:off x="-1080750" y="3574761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5" name="Google Shape;525;p24"/>
                <p:cNvSpPr/>
                <p:nvPr/>
              </p:nvSpPr>
              <p:spPr>
                <a:xfrm>
                  <a:off x="-1080750" y="3626679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6" name="Google Shape;526;p24"/>
                <p:cNvSpPr/>
                <p:nvPr/>
              </p:nvSpPr>
              <p:spPr>
                <a:xfrm>
                  <a:off x="-1080750" y="3678596"/>
                  <a:ext cx="5568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7" name="Google Shape;527;p24"/>
                <p:cNvSpPr/>
                <p:nvPr/>
              </p:nvSpPr>
              <p:spPr>
                <a:xfrm>
                  <a:off x="-1080750" y="3730514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8" name="Google Shape;528;p24"/>
                <p:cNvSpPr/>
                <p:nvPr/>
              </p:nvSpPr>
              <p:spPr>
                <a:xfrm>
                  <a:off x="-1080750" y="3782432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29" name="Google Shape;529;p24"/>
                <p:cNvSpPr/>
                <p:nvPr/>
              </p:nvSpPr>
              <p:spPr>
                <a:xfrm>
                  <a:off x="-1080750" y="3834350"/>
                  <a:ext cx="280200" cy="25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</p:grpSp>
      <p:grpSp>
        <p:nvGrpSpPr>
          <p:cNvPr id="530" name="Google Shape;530;p24"/>
          <p:cNvGrpSpPr/>
          <p:nvPr/>
        </p:nvGrpSpPr>
        <p:grpSpPr>
          <a:xfrm>
            <a:off x="346058" y="4756047"/>
            <a:ext cx="8447556" cy="74403"/>
            <a:chOff x="346058" y="4756047"/>
            <a:chExt cx="8447556" cy="74403"/>
          </a:xfrm>
        </p:grpSpPr>
        <p:grpSp>
          <p:nvGrpSpPr>
            <p:cNvPr id="531" name="Google Shape;531;p24"/>
            <p:cNvGrpSpPr/>
            <p:nvPr/>
          </p:nvGrpSpPr>
          <p:grpSpPr>
            <a:xfrm rot="10800000" flipH="1">
              <a:off x="6469648" y="4756050"/>
              <a:ext cx="2323966" cy="74400"/>
              <a:chOff x="6549300" y="620875"/>
              <a:chExt cx="2490320" cy="74400"/>
            </a:xfrm>
          </p:grpSpPr>
          <p:sp>
            <p:nvSpPr>
              <p:cNvPr id="532" name="Google Shape;532;p24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37" name="Google Shape;537;p24"/>
            <p:cNvGrpSpPr/>
            <p:nvPr/>
          </p:nvGrpSpPr>
          <p:grpSpPr>
            <a:xfrm rot="10800000">
              <a:off x="346058" y="4756047"/>
              <a:ext cx="2323966" cy="74400"/>
              <a:chOff x="6549300" y="620875"/>
              <a:chExt cx="2490320" cy="74400"/>
            </a:xfrm>
          </p:grpSpPr>
          <p:sp>
            <p:nvSpPr>
              <p:cNvPr id="538" name="Google Shape;538;p24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25"/>
          <p:cNvGrpSpPr/>
          <p:nvPr/>
        </p:nvGrpSpPr>
        <p:grpSpPr>
          <a:xfrm>
            <a:off x="1331884" y="588337"/>
            <a:ext cx="6480236" cy="3889386"/>
            <a:chOff x="174441" y="-326550"/>
            <a:chExt cx="8795109" cy="3967547"/>
          </a:xfrm>
        </p:grpSpPr>
        <p:sp>
          <p:nvSpPr>
            <p:cNvPr id="545" name="Google Shape;545;p25"/>
            <p:cNvSpPr/>
            <p:nvPr/>
          </p:nvSpPr>
          <p:spPr>
            <a:xfrm>
              <a:off x="174441" y="-163603"/>
              <a:ext cx="8795100" cy="380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174450" y="-3265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47" name="Google Shape;547;p25"/>
          <p:cNvGrpSpPr/>
          <p:nvPr/>
        </p:nvGrpSpPr>
        <p:grpSpPr>
          <a:xfrm>
            <a:off x="448412" y="1052725"/>
            <a:ext cx="8082220" cy="3234675"/>
            <a:chOff x="448412" y="1052725"/>
            <a:chExt cx="8082220" cy="3234675"/>
          </a:xfrm>
        </p:grpSpPr>
        <p:grpSp>
          <p:nvGrpSpPr>
            <p:cNvPr id="548" name="Google Shape;548;p25"/>
            <p:cNvGrpSpPr/>
            <p:nvPr/>
          </p:nvGrpSpPr>
          <p:grpSpPr>
            <a:xfrm>
              <a:off x="448412" y="1052725"/>
              <a:ext cx="2011500" cy="1172100"/>
              <a:chOff x="9312437" y="1665650"/>
              <a:chExt cx="2011500" cy="1172100"/>
            </a:xfrm>
          </p:grpSpPr>
          <p:sp>
            <p:nvSpPr>
              <p:cNvPr id="549" name="Google Shape;549;p25"/>
              <p:cNvSpPr/>
              <p:nvPr/>
            </p:nvSpPr>
            <p:spPr>
              <a:xfrm>
                <a:off x="9312437" y="1665650"/>
                <a:ext cx="2008500" cy="11721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550" name="Google Shape;550;p25"/>
              <p:cNvCxnSpPr/>
              <p:nvPr/>
            </p:nvCxnSpPr>
            <p:spPr>
              <a:xfrm>
                <a:off x="9312437" y="1788346"/>
                <a:ext cx="2011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51" name="Google Shape;551;p25"/>
              <p:cNvSpPr/>
              <p:nvPr/>
            </p:nvSpPr>
            <p:spPr>
              <a:xfrm>
                <a:off x="9368075" y="1929625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2" name="Google Shape;552;p25"/>
              <p:cNvSpPr/>
              <p:nvPr/>
            </p:nvSpPr>
            <p:spPr>
              <a:xfrm>
                <a:off x="9368075" y="1979544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3" name="Google Shape;553;p25"/>
              <p:cNvSpPr/>
              <p:nvPr/>
            </p:nvSpPr>
            <p:spPr>
              <a:xfrm>
                <a:off x="9368075" y="2029464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4" name="Google Shape;554;p25"/>
              <p:cNvSpPr/>
              <p:nvPr/>
            </p:nvSpPr>
            <p:spPr>
              <a:xfrm>
                <a:off x="9368075" y="2079383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5" name="Google Shape;555;p25"/>
              <p:cNvSpPr/>
              <p:nvPr/>
            </p:nvSpPr>
            <p:spPr>
              <a:xfrm>
                <a:off x="9368075" y="2129303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6" name="Google Shape;556;p25"/>
              <p:cNvSpPr/>
              <p:nvPr/>
            </p:nvSpPr>
            <p:spPr>
              <a:xfrm>
                <a:off x="9368075" y="2179222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9368075" y="2229142"/>
                <a:ext cx="18972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9368075" y="2279050"/>
                <a:ext cx="946200" cy="258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559" name="Google Shape;559;p25"/>
              <p:cNvGrpSpPr/>
              <p:nvPr/>
            </p:nvGrpSpPr>
            <p:grpSpPr>
              <a:xfrm>
                <a:off x="9368075" y="2460800"/>
                <a:ext cx="698400" cy="77700"/>
                <a:chOff x="9368075" y="2460800"/>
                <a:chExt cx="698400" cy="77700"/>
              </a:xfrm>
            </p:grpSpPr>
            <p:sp>
              <p:nvSpPr>
                <p:cNvPr id="560" name="Google Shape;560;p25"/>
                <p:cNvSpPr/>
                <p:nvPr/>
              </p:nvSpPr>
              <p:spPr>
                <a:xfrm>
                  <a:off x="9368075" y="2460800"/>
                  <a:ext cx="698400" cy="258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61" name="Google Shape;561;p25"/>
                <p:cNvSpPr/>
                <p:nvPr/>
              </p:nvSpPr>
              <p:spPr>
                <a:xfrm>
                  <a:off x="9368075" y="2512700"/>
                  <a:ext cx="698400" cy="258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sp>
            <p:nvSpPr>
              <p:cNvPr id="562" name="Google Shape;562;p25"/>
              <p:cNvSpPr/>
              <p:nvPr/>
            </p:nvSpPr>
            <p:spPr>
              <a:xfrm>
                <a:off x="9368075" y="2328974"/>
                <a:ext cx="946200" cy="258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63" name="Google Shape;563;p25"/>
              <p:cNvSpPr/>
              <p:nvPr/>
            </p:nvSpPr>
            <p:spPr>
              <a:xfrm>
                <a:off x="9368075" y="2378898"/>
                <a:ext cx="946200" cy="258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64" name="Google Shape;564;p25"/>
            <p:cNvGrpSpPr/>
            <p:nvPr/>
          </p:nvGrpSpPr>
          <p:grpSpPr>
            <a:xfrm>
              <a:off x="7270325" y="3319600"/>
              <a:ext cx="1260307" cy="967800"/>
              <a:chOff x="9185600" y="1152775"/>
              <a:chExt cx="1260307" cy="967800"/>
            </a:xfrm>
          </p:grpSpPr>
          <p:sp>
            <p:nvSpPr>
              <p:cNvPr id="565" name="Google Shape;565;p25"/>
              <p:cNvSpPr/>
              <p:nvPr/>
            </p:nvSpPr>
            <p:spPr>
              <a:xfrm>
                <a:off x="9185600" y="1152775"/>
                <a:ext cx="1258500" cy="9678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566" name="Google Shape;566;p25"/>
              <p:cNvCxnSpPr/>
              <p:nvPr/>
            </p:nvCxnSpPr>
            <p:spPr>
              <a:xfrm>
                <a:off x="9185607" y="1275471"/>
                <a:ext cx="126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67" name="Google Shape;567;p25"/>
              <p:cNvGrpSpPr/>
              <p:nvPr/>
            </p:nvGrpSpPr>
            <p:grpSpPr>
              <a:xfrm>
                <a:off x="9272252" y="1332250"/>
                <a:ext cx="1084871" cy="608875"/>
                <a:chOff x="9220470" y="1332238"/>
                <a:chExt cx="1188900" cy="608875"/>
              </a:xfrm>
            </p:grpSpPr>
            <p:sp>
              <p:nvSpPr>
                <p:cNvPr id="568" name="Google Shape;568;p25"/>
                <p:cNvSpPr/>
                <p:nvPr/>
              </p:nvSpPr>
              <p:spPr>
                <a:xfrm>
                  <a:off x="9220470" y="1332238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69" name="Google Shape;569;p25"/>
                <p:cNvSpPr/>
                <p:nvPr/>
              </p:nvSpPr>
              <p:spPr>
                <a:xfrm>
                  <a:off x="9220470" y="1382157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0" name="Google Shape;570;p25"/>
                <p:cNvSpPr/>
                <p:nvPr/>
              </p:nvSpPr>
              <p:spPr>
                <a:xfrm>
                  <a:off x="9220470" y="1432076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1" name="Google Shape;571;p25"/>
                <p:cNvSpPr/>
                <p:nvPr/>
              </p:nvSpPr>
              <p:spPr>
                <a:xfrm>
                  <a:off x="9220470" y="1481996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9220470" y="1531915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3" name="Google Shape;573;p25"/>
                <p:cNvSpPr/>
                <p:nvPr/>
              </p:nvSpPr>
              <p:spPr>
                <a:xfrm>
                  <a:off x="9220470" y="1581835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4" name="Google Shape;574;p25"/>
                <p:cNvSpPr/>
                <p:nvPr/>
              </p:nvSpPr>
              <p:spPr>
                <a:xfrm>
                  <a:off x="9220470" y="1631754"/>
                  <a:ext cx="1188900" cy="258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75" name="Google Shape;575;p25"/>
                <p:cNvSpPr/>
                <p:nvPr/>
              </p:nvSpPr>
              <p:spPr>
                <a:xfrm>
                  <a:off x="9220470" y="1681663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grpSp>
              <p:nvGrpSpPr>
                <p:cNvPr id="576" name="Google Shape;576;p25"/>
                <p:cNvGrpSpPr/>
                <p:nvPr/>
              </p:nvGrpSpPr>
              <p:grpSpPr>
                <a:xfrm>
                  <a:off x="9220470" y="1863413"/>
                  <a:ext cx="437617" cy="77700"/>
                  <a:chOff x="9368075" y="2460800"/>
                  <a:chExt cx="698400" cy="77700"/>
                </a:xfrm>
              </p:grpSpPr>
              <p:sp>
                <p:nvSpPr>
                  <p:cNvPr id="577" name="Google Shape;577;p25"/>
                  <p:cNvSpPr/>
                  <p:nvPr/>
                </p:nvSpPr>
                <p:spPr>
                  <a:xfrm>
                    <a:off x="9368075" y="2460800"/>
                    <a:ext cx="698400" cy="258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78" name="Google Shape;578;p25"/>
                  <p:cNvSpPr/>
                  <p:nvPr/>
                </p:nvSpPr>
                <p:spPr>
                  <a:xfrm>
                    <a:off x="9368075" y="2512700"/>
                    <a:ext cx="698400" cy="258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sp>
              <p:nvSpPr>
                <p:cNvPr id="579" name="Google Shape;579;p25"/>
                <p:cNvSpPr/>
                <p:nvPr/>
              </p:nvSpPr>
              <p:spPr>
                <a:xfrm>
                  <a:off x="9220470" y="1731586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9220470" y="1781510"/>
                  <a:ext cx="592800" cy="258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</p:grpSp>
      <p:grpSp>
        <p:nvGrpSpPr>
          <p:cNvPr id="581" name="Google Shape;581;p25"/>
          <p:cNvGrpSpPr/>
          <p:nvPr/>
        </p:nvGrpSpPr>
        <p:grpSpPr>
          <a:xfrm flipH="1">
            <a:off x="244292" y="243900"/>
            <a:ext cx="8655872" cy="4652250"/>
            <a:chOff x="244292" y="243900"/>
            <a:chExt cx="8655872" cy="4652250"/>
          </a:xfrm>
        </p:grpSpPr>
        <p:grpSp>
          <p:nvGrpSpPr>
            <p:cNvPr id="582" name="Google Shape;582;p25"/>
            <p:cNvGrpSpPr/>
            <p:nvPr/>
          </p:nvGrpSpPr>
          <p:grpSpPr>
            <a:xfrm>
              <a:off x="6576198" y="243900"/>
              <a:ext cx="2323966" cy="74400"/>
              <a:chOff x="6549300" y="620875"/>
              <a:chExt cx="2490320" cy="74400"/>
            </a:xfrm>
          </p:grpSpPr>
          <p:sp>
            <p:nvSpPr>
              <p:cNvPr id="583" name="Google Shape;583;p25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4" name="Google Shape;584;p25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5" name="Google Shape;585;p25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7" name="Google Shape;587;p25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88" name="Google Shape;588;p25"/>
            <p:cNvGrpSpPr/>
            <p:nvPr/>
          </p:nvGrpSpPr>
          <p:grpSpPr>
            <a:xfrm rot="10800000">
              <a:off x="244292" y="4821750"/>
              <a:ext cx="2323966" cy="74400"/>
              <a:chOff x="6549300" y="620875"/>
              <a:chExt cx="2490320" cy="74400"/>
            </a:xfrm>
          </p:grpSpPr>
          <p:sp>
            <p:nvSpPr>
              <p:cNvPr id="589" name="Google Shape;589;p25"/>
              <p:cNvSpPr/>
              <p:nvPr/>
            </p:nvSpPr>
            <p:spPr>
              <a:xfrm>
                <a:off x="6549300" y="620875"/>
                <a:ext cx="427800" cy="7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0" name="Google Shape;590;p25"/>
              <p:cNvSpPr/>
              <p:nvPr/>
            </p:nvSpPr>
            <p:spPr>
              <a:xfrm>
                <a:off x="7064930" y="620875"/>
                <a:ext cx="427800" cy="74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1" name="Google Shape;591;p25"/>
              <p:cNvSpPr/>
              <p:nvPr/>
            </p:nvSpPr>
            <p:spPr>
              <a:xfrm>
                <a:off x="7580560" y="620875"/>
                <a:ext cx="427800" cy="7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2" name="Google Shape;592;p25"/>
              <p:cNvSpPr/>
              <p:nvPr/>
            </p:nvSpPr>
            <p:spPr>
              <a:xfrm>
                <a:off x="8096190" y="620875"/>
                <a:ext cx="427800" cy="7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8611820" y="620875"/>
                <a:ext cx="427800" cy="74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"/>
              <a:buNone/>
              <a:defRPr sz="3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6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 txBox="1">
            <a:spLocks noGrp="1"/>
          </p:cNvSpPr>
          <p:nvPr>
            <p:ph type="ctrTitle"/>
          </p:nvPr>
        </p:nvSpPr>
        <p:spPr>
          <a:xfrm>
            <a:off x="655263" y="850175"/>
            <a:ext cx="6611100" cy="329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L" sz="3200" dirty="0"/>
              <a:t>Fugas y Filtraciones de Datos: Del Espionaje Estatal a la Vulnerabilidad en Aplicaciones Móviles y a la Nube</a:t>
            </a:r>
          </a:p>
        </p:txBody>
      </p:sp>
      <p:grpSp>
        <p:nvGrpSpPr>
          <p:cNvPr id="605" name="Google Shape;605;p29"/>
          <p:cNvGrpSpPr/>
          <p:nvPr/>
        </p:nvGrpSpPr>
        <p:grpSpPr>
          <a:xfrm>
            <a:off x="6679762" y="2633450"/>
            <a:ext cx="2011500" cy="1172100"/>
            <a:chOff x="9312437" y="1665650"/>
            <a:chExt cx="2011500" cy="1172100"/>
          </a:xfrm>
        </p:grpSpPr>
        <p:sp>
          <p:nvSpPr>
            <p:cNvPr id="606" name="Google Shape;606;p29"/>
            <p:cNvSpPr/>
            <p:nvPr/>
          </p:nvSpPr>
          <p:spPr>
            <a:xfrm>
              <a:off x="9312437" y="1665650"/>
              <a:ext cx="2008500" cy="1172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681549" y="2534449"/>
              <a:ext cx="1461814" cy="151763"/>
            </a:xfrm>
            <a:custGeom>
              <a:avLst/>
              <a:gdLst/>
              <a:ahLst/>
              <a:cxnLst/>
              <a:rect l="l" t="t" r="r" b="b"/>
              <a:pathLst>
                <a:path w="93124" h="9668" extrusionOk="0">
                  <a:moveTo>
                    <a:pt x="0" y="9668"/>
                  </a:moveTo>
                  <a:cubicBezTo>
                    <a:pt x="1050" y="7219"/>
                    <a:pt x="2359" y="4877"/>
                    <a:pt x="3790" y="2629"/>
                  </a:cubicBezTo>
                  <a:cubicBezTo>
                    <a:pt x="4373" y="1712"/>
                    <a:pt x="5187" y="-575"/>
                    <a:pt x="5955" y="193"/>
                  </a:cubicBezTo>
                  <a:cubicBezTo>
                    <a:pt x="7096" y="1334"/>
                    <a:pt x="6622" y="3924"/>
                    <a:pt x="8121" y="4524"/>
                  </a:cubicBezTo>
                  <a:cubicBezTo>
                    <a:pt x="9312" y="5001"/>
                    <a:pt x="9882" y="1682"/>
                    <a:pt x="11099" y="2088"/>
                  </a:cubicBezTo>
                  <a:cubicBezTo>
                    <a:pt x="15838" y="3669"/>
                    <a:pt x="20584" y="5263"/>
                    <a:pt x="25176" y="7231"/>
                  </a:cubicBezTo>
                  <a:cubicBezTo>
                    <a:pt x="26608" y="7845"/>
                    <a:pt x="28346" y="5805"/>
                    <a:pt x="29778" y="6419"/>
                  </a:cubicBezTo>
                  <a:cubicBezTo>
                    <a:pt x="31818" y="7293"/>
                    <a:pt x="33527" y="9642"/>
                    <a:pt x="35733" y="9397"/>
                  </a:cubicBezTo>
                  <a:cubicBezTo>
                    <a:pt x="41121" y="8798"/>
                    <a:pt x="46716" y="9899"/>
                    <a:pt x="51976" y="8585"/>
                  </a:cubicBezTo>
                  <a:cubicBezTo>
                    <a:pt x="54443" y="7969"/>
                    <a:pt x="56201" y="5066"/>
                    <a:pt x="58744" y="5066"/>
                  </a:cubicBezTo>
                  <a:cubicBezTo>
                    <a:pt x="62115" y="5066"/>
                    <a:pt x="65144" y="8192"/>
                    <a:pt x="68489" y="7773"/>
                  </a:cubicBezTo>
                  <a:cubicBezTo>
                    <a:pt x="74175" y="7062"/>
                    <a:pt x="78267" y="1136"/>
                    <a:pt x="83920" y="193"/>
                  </a:cubicBezTo>
                  <a:cubicBezTo>
                    <a:pt x="87344" y="-378"/>
                    <a:pt x="89831" y="3967"/>
                    <a:pt x="93124" y="5066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CL"/>
            </a:p>
          </p:txBody>
        </p:sp>
        <p:cxnSp>
          <p:nvCxnSpPr>
            <p:cNvPr id="608" name="Google Shape;608;p29"/>
            <p:cNvCxnSpPr/>
            <p:nvPr/>
          </p:nvCxnSpPr>
          <p:spPr>
            <a:xfrm>
              <a:off x="9647699" y="2743600"/>
              <a:ext cx="15567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29"/>
            <p:cNvCxnSpPr/>
            <p:nvPr/>
          </p:nvCxnSpPr>
          <p:spPr>
            <a:xfrm>
              <a:off x="9312437" y="1867459"/>
              <a:ext cx="2011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0" name="Google Shape;610;p29"/>
            <p:cNvSpPr/>
            <p:nvPr/>
          </p:nvSpPr>
          <p:spPr>
            <a:xfrm>
              <a:off x="9368075" y="1929625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9368075" y="197954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9368075" y="202946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9368075" y="207938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9368075" y="212930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9368075" y="217922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9368075" y="222914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9368075" y="2279050"/>
              <a:ext cx="946200" cy="25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618" name="Google Shape;618;p29"/>
            <p:cNvGrpSpPr/>
            <p:nvPr/>
          </p:nvGrpSpPr>
          <p:grpSpPr>
            <a:xfrm>
              <a:off x="9368075" y="2460800"/>
              <a:ext cx="186600" cy="77700"/>
              <a:chOff x="9368075" y="2460800"/>
              <a:chExt cx="186600" cy="77700"/>
            </a:xfrm>
          </p:grpSpPr>
          <p:sp>
            <p:nvSpPr>
              <p:cNvPr id="619" name="Google Shape;619;p29"/>
              <p:cNvSpPr/>
              <p:nvPr/>
            </p:nvSpPr>
            <p:spPr>
              <a:xfrm>
                <a:off x="9368075" y="2460800"/>
                <a:ext cx="186600" cy="2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20" name="Google Shape;620;p29"/>
              <p:cNvSpPr/>
              <p:nvPr/>
            </p:nvSpPr>
            <p:spPr>
              <a:xfrm>
                <a:off x="9368075" y="2512700"/>
                <a:ext cx="186600" cy="2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621" name="Google Shape;621;p29"/>
            <p:cNvSpPr/>
            <p:nvPr/>
          </p:nvSpPr>
          <p:spPr>
            <a:xfrm>
              <a:off x="9368075" y="2328974"/>
              <a:ext cx="946200" cy="25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9368075" y="2378898"/>
              <a:ext cx="946200" cy="25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23" name="Google Shape;623;p29"/>
          <p:cNvSpPr txBox="1">
            <a:spLocks noGrp="1"/>
          </p:cNvSpPr>
          <p:nvPr>
            <p:ph type="subTitle" idx="1"/>
          </p:nvPr>
        </p:nvSpPr>
        <p:spPr>
          <a:xfrm>
            <a:off x="4920400" y="3837503"/>
            <a:ext cx="2760000" cy="76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4" name="Google Shape;624;p29"/>
          <p:cNvSpPr/>
          <p:nvPr/>
        </p:nvSpPr>
        <p:spPr>
          <a:xfrm>
            <a:off x="4920400" y="3626603"/>
            <a:ext cx="2761200" cy="21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655250" y="639275"/>
            <a:ext cx="6611100" cy="210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40" name="Google Shape;640;p31"/>
          <p:cNvSpPr txBox="1">
            <a:spLocks noGrp="1"/>
          </p:cNvSpPr>
          <p:nvPr>
            <p:ph type="title" idx="2"/>
          </p:nvPr>
        </p:nvSpPr>
        <p:spPr>
          <a:xfrm>
            <a:off x="713225" y="13773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641" name="Google Shape;641;p31"/>
          <p:cNvSpPr txBox="1">
            <a:spLocks noGrp="1"/>
          </p:cNvSpPr>
          <p:nvPr>
            <p:ph type="title" idx="3"/>
          </p:nvPr>
        </p:nvSpPr>
        <p:spPr>
          <a:xfrm>
            <a:off x="713225" y="254159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642" name="Google Shape;642;p31"/>
          <p:cNvSpPr txBox="1">
            <a:spLocks noGrp="1"/>
          </p:cNvSpPr>
          <p:nvPr>
            <p:ph type="title" idx="4"/>
          </p:nvPr>
        </p:nvSpPr>
        <p:spPr>
          <a:xfrm>
            <a:off x="4661185" y="257175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644" name="Google Shape;644;p31"/>
          <p:cNvSpPr txBox="1">
            <a:spLocks noGrp="1"/>
          </p:cNvSpPr>
          <p:nvPr>
            <p:ph type="title" idx="6"/>
          </p:nvPr>
        </p:nvSpPr>
        <p:spPr>
          <a:xfrm>
            <a:off x="4661185" y="13809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03</a:t>
            </a:r>
            <a:endParaRPr dirty="0"/>
          </a:p>
        </p:txBody>
      </p:sp>
      <p:sp>
        <p:nvSpPr>
          <p:cNvPr id="646" name="Google Shape;646;p31"/>
          <p:cNvSpPr txBox="1">
            <a:spLocks noGrp="1"/>
          </p:cNvSpPr>
          <p:nvPr>
            <p:ph type="subTitle" idx="1"/>
          </p:nvPr>
        </p:nvSpPr>
        <p:spPr>
          <a:xfrm>
            <a:off x="1596800" y="1377334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Introducción</a:t>
            </a:r>
            <a:endParaRPr dirty="0"/>
          </a:p>
        </p:txBody>
      </p:sp>
      <p:sp>
        <p:nvSpPr>
          <p:cNvPr id="647" name="Google Shape;647;p31"/>
          <p:cNvSpPr txBox="1">
            <a:spLocks noGrp="1"/>
          </p:cNvSpPr>
          <p:nvPr>
            <p:ph type="subTitle" idx="8"/>
          </p:nvPr>
        </p:nvSpPr>
        <p:spPr>
          <a:xfrm>
            <a:off x="1596800" y="2541589"/>
            <a:ext cx="2417639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dirty="0"/>
              <a:t>Fuentes y resumen</a:t>
            </a:r>
            <a:endParaRPr lang="en-US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8" name="Google Shape;648;p31"/>
          <p:cNvSpPr txBox="1">
            <a:spLocks noGrp="1"/>
          </p:cNvSpPr>
          <p:nvPr>
            <p:ph type="subTitle" idx="9"/>
          </p:nvPr>
        </p:nvSpPr>
        <p:spPr>
          <a:xfrm>
            <a:off x="5696500" y="1307915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dirty="0"/>
              <a:t>Análisis de casos</a:t>
            </a:r>
            <a:endParaRPr lang="en-US" dirty="0"/>
          </a:p>
        </p:txBody>
      </p:sp>
      <p:sp>
        <p:nvSpPr>
          <p:cNvPr id="649" name="Google Shape;649;p31"/>
          <p:cNvSpPr txBox="1">
            <a:spLocks noGrp="1"/>
          </p:cNvSpPr>
          <p:nvPr>
            <p:ph type="subTitle" idx="13"/>
          </p:nvPr>
        </p:nvSpPr>
        <p:spPr>
          <a:xfrm>
            <a:off x="5503212" y="2532421"/>
            <a:ext cx="2627400" cy="7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s-CL" dirty="0"/>
              <a:t>Conclusión</a:t>
            </a:r>
            <a:r>
              <a:rPr lang="es" dirty="0"/>
              <a:t> </a:t>
            </a:r>
            <a:endParaRPr dirty="0"/>
          </a:p>
        </p:txBody>
      </p:sp>
      <p:grpSp>
        <p:nvGrpSpPr>
          <p:cNvPr id="652" name="Google Shape;652;p31"/>
          <p:cNvGrpSpPr/>
          <p:nvPr/>
        </p:nvGrpSpPr>
        <p:grpSpPr>
          <a:xfrm>
            <a:off x="7863700" y="3773575"/>
            <a:ext cx="920400" cy="1051163"/>
            <a:chOff x="1508750" y="36588"/>
            <a:chExt cx="920400" cy="1051163"/>
          </a:xfrm>
        </p:grpSpPr>
        <p:sp>
          <p:nvSpPr>
            <p:cNvPr id="653" name="Google Shape;653;p31"/>
            <p:cNvSpPr/>
            <p:nvPr/>
          </p:nvSpPr>
          <p:spPr>
            <a:xfrm>
              <a:off x="1508750" y="492250"/>
              <a:ext cx="920400" cy="595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54" name="Google Shape;654;p31"/>
            <p:cNvSpPr/>
            <p:nvPr/>
          </p:nvSpPr>
          <p:spPr>
            <a:xfrm rot="-2700000">
              <a:off x="1646085" y="170323"/>
              <a:ext cx="645730" cy="645730"/>
            </a:xfrm>
            <a:prstGeom prst="rtTriangle">
              <a:avLst/>
            </a:prstGeom>
            <a:solidFill>
              <a:schemeClr val="dk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34"/>
          <p:cNvGrpSpPr/>
          <p:nvPr/>
        </p:nvGrpSpPr>
        <p:grpSpPr>
          <a:xfrm>
            <a:off x="1063605" y="714902"/>
            <a:ext cx="7016734" cy="3713674"/>
            <a:chOff x="174447" y="141850"/>
            <a:chExt cx="8795103" cy="3499175"/>
          </a:xfrm>
        </p:grpSpPr>
        <p:sp>
          <p:nvSpPr>
            <p:cNvPr id="697" name="Google Shape;697;p34"/>
            <p:cNvSpPr/>
            <p:nvPr/>
          </p:nvSpPr>
          <p:spPr>
            <a:xfrm>
              <a:off x="174447" y="346425"/>
              <a:ext cx="8795100" cy="329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174450" y="1418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99" name="Google Shape;699;p34"/>
          <p:cNvSpPr txBox="1">
            <a:spLocks noGrp="1"/>
          </p:cNvSpPr>
          <p:nvPr>
            <p:ph type="title"/>
          </p:nvPr>
        </p:nvSpPr>
        <p:spPr>
          <a:xfrm>
            <a:off x="3158372" y="1754009"/>
            <a:ext cx="4143873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L" sz="4000" dirty="0">
                <a:latin typeface="IBM Plex Mono" panose="020B0509050203000203" pitchFamily="49" charset="0"/>
                <a:ea typeface="Arimo" panose="020B0604020202020204" charset="0"/>
                <a:cs typeface="Arimo" panose="020B0604020202020204" charset="0"/>
              </a:rPr>
              <a:t>INTRODUCCIÓN</a:t>
            </a:r>
            <a:br>
              <a:rPr lang="es" sz="4000" dirty="0">
                <a:latin typeface="IBM Plex Mono" panose="020B0509050203000203" pitchFamily="49" charset="0"/>
                <a:ea typeface="Arimo" panose="020B0604020202020204" charset="0"/>
                <a:cs typeface="Arimo" panose="020B0604020202020204" charset="0"/>
              </a:rPr>
            </a:br>
            <a:endParaRPr sz="4000" dirty="0">
              <a:latin typeface="IBM Plex Mono" panose="020B0509050203000203" pitchFamily="49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700" name="Google Shape;700;p34"/>
          <p:cNvSpPr txBox="1">
            <a:spLocks noGrp="1"/>
          </p:cNvSpPr>
          <p:nvPr>
            <p:ph type="title" idx="2"/>
          </p:nvPr>
        </p:nvSpPr>
        <p:spPr>
          <a:xfrm>
            <a:off x="1700716" y="1779476"/>
            <a:ext cx="1260300" cy="8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01</a:t>
            </a:r>
            <a:endParaRPr dirty="0"/>
          </a:p>
        </p:txBody>
      </p:sp>
      <p:grpSp>
        <p:nvGrpSpPr>
          <p:cNvPr id="702" name="Google Shape;702;p34"/>
          <p:cNvGrpSpPr/>
          <p:nvPr/>
        </p:nvGrpSpPr>
        <p:grpSpPr>
          <a:xfrm>
            <a:off x="3703712" y="3766600"/>
            <a:ext cx="2011500" cy="1172100"/>
            <a:chOff x="3703712" y="3766600"/>
            <a:chExt cx="2011500" cy="1172100"/>
          </a:xfrm>
        </p:grpSpPr>
        <p:sp>
          <p:nvSpPr>
            <p:cNvPr id="703" name="Google Shape;703;p34"/>
            <p:cNvSpPr/>
            <p:nvPr/>
          </p:nvSpPr>
          <p:spPr>
            <a:xfrm>
              <a:off x="3703712" y="3766600"/>
              <a:ext cx="2008500" cy="1172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704" name="Google Shape;704;p34"/>
            <p:cNvCxnSpPr/>
            <p:nvPr/>
          </p:nvCxnSpPr>
          <p:spPr>
            <a:xfrm>
              <a:off x="3703712" y="3889296"/>
              <a:ext cx="2011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5" name="Google Shape;705;p34"/>
            <p:cNvSpPr/>
            <p:nvPr/>
          </p:nvSpPr>
          <p:spPr>
            <a:xfrm>
              <a:off x="3759350" y="4030575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3759350" y="408049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3759350" y="413041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3759350" y="418033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3759350" y="423025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3759350" y="428017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3759350" y="433009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712" name="Google Shape;712;p34"/>
            <p:cNvGrpSpPr/>
            <p:nvPr/>
          </p:nvGrpSpPr>
          <p:grpSpPr>
            <a:xfrm>
              <a:off x="3759350" y="4824525"/>
              <a:ext cx="1897209" cy="25800"/>
              <a:chOff x="9368075" y="2723575"/>
              <a:chExt cx="1897209" cy="25800"/>
            </a:xfrm>
          </p:grpSpPr>
          <p:sp>
            <p:nvSpPr>
              <p:cNvPr id="713" name="Google Shape;713;p34"/>
              <p:cNvSpPr/>
              <p:nvPr/>
            </p:nvSpPr>
            <p:spPr>
              <a:xfrm>
                <a:off x="10388384" y="2723575"/>
                <a:ext cx="876900" cy="2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714" name="Google Shape;714;p34"/>
              <p:cNvSpPr/>
              <p:nvPr/>
            </p:nvSpPr>
            <p:spPr>
              <a:xfrm>
                <a:off x="9368075" y="2723575"/>
                <a:ext cx="876900" cy="2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15" name="Google Shape;715;p34"/>
            <p:cNvSpPr/>
            <p:nvPr/>
          </p:nvSpPr>
          <p:spPr>
            <a:xfrm>
              <a:off x="3759350" y="4428575"/>
              <a:ext cx="1897200" cy="26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716" name="Google Shape;716;p34"/>
          <p:cNvGrpSpPr/>
          <p:nvPr/>
        </p:nvGrpSpPr>
        <p:grpSpPr>
          <a:xfrm>
            <a:off x="7554575" y="558375"/>
            <a:ext cx="1260413" cy="1727400"/>
            <a:chOff x="7554575" y="558375"/>
            <a:chExt cx="1260413" cy="1727400"/>
          </a:xfrm>
        </p:grpSpPr>
        <p:grpSp>
          <p:nvGrpSpPr>
            <p:cNvPr id="717" name="Google Shape;717;p34"/>
            <p:cNvGrpSpPr/>
            <p:nvPr/>
          </p:nvGrpSpPr>
          <p:grpSpPr>
            <a:xfrm>
              <a:off x="7554575" y="558375"/>
              <a:ext cx="1260413" cy="1727400"/>
              <a:chOff x="7554575" y="558375"/>
              <a:chExt cx="1260413" cy="1727400"/>
            </a:xfrm>
          </p:grpSpPr>
          <p:grpSp>
            <p:nvGrpSpPr>
              <p:cNvPr id="718" name="Google Shape;718;p34"/>
              <p:cNvGrpSpPr/>
              <p:nvPr/>
            </p:nvGrpSpPr>
            <p:grpSpPr>
              <a:xfrm>
                <a:off x="7554575" y="558375"/>
                <a:ext cx="1260413" cy="1727400"/>
                <a:chOff x="7554575" y="558375"/>
                <a:chExt cx="1260413" cy="1727400"/>
              </a:xfrm>
            </p:grpSpPr>
            <p:sp>
              <p:nvSpPr>
                <p:cNvPr id="719" name="Google Shape;719;p34"/>
                <p:cNvSpPr/>
                <p:nvPr/>
              </p:nvSpPr>
              <p:spPr>
                <a:xfrm>
                  <a:off x="7554575" y="558375"/>
                  <a:ext cx="1258500" cy="1727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720" name="Google Shape;720;p34"/>
                <p:cNvCxnSpPr/>
                <p:nvPr/>
              </p:nvCxnSpPr>
              <p:spPr>
                <a:xfrm>
                  <a:off x="7554582" y="681071"/>
                  <a:ext cx="1260406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721" name="Google Shape;721;p34"/>
                <p:cNvGrpSpPr/>
                <p:nvPr/>
              </p:nvGrpSpPr>
              <p:grpSpPr>
                <a:xfrm>
                  <a:off x="7646396" y="1526175"/>
                  <a:ext cx="493401" cy="608875"/>
                  <a:chOff x="9220470" y="1332238"/>
                  <a:chExt cx="1188918" cy="608875"/>
                </a:xfrm>
              </p:grpSpPr>
              <p:sp>
                <p:nvSpPr>
                  <p:cNvPr id="722" name="Google Shape;722;p34"/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3" name="Google Shape;723;p34"/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4" name="Google Shape;724;p34"/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5" name="Google Shape;725;p34"/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6" name="Google Shape;726;p34"/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7" name="Google Shape;727;p34"/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8" name="Google Shape;728;p34"/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9" name="Google Shape;729;p34"/>
                  <p:cNvSpPr/>
                  <p:nvPr/>
                </p:nvSpPr>
                <p:spPr>
                  <a:xfrm>
                    <a:off x="9220487" y="1681663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30" name="Google Shape;730;p34"/>
                  <p:cNvGrpSpPr/>
                  <p:nvPr/>
                </p:nvGrpSpPr>
                <p:grpSpPr>
                  <a:xfrm>
                    <a:off x="9220470" y="1863413"/>
                    <a:ext cx="437617" cy="77700"/>
                    <a:chOff x="9368075" y="2460800"/>
                    <a:chExt cx="698400" cy="77700"/>
                  </a:xfrm>
                </p:grpSpPr>
                <p:sp>
                  <p:nvSpPr>
                    <p:cNvPr id="731" name="Google Shape;731;p34"/>
                    <p:cNvSpPr/>
                    <p:nvPr/>
                  </p:nvSpPr>
                  <p:spPr>
                    <a:xfrm>
                      <a:off x="9368075" y="24608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32" name="Google Shape;732;p34"/>
                    <p:cNvSpPr/>
                    <p:nvPr/>
                  </p:nvSpPr>
                  <p:spPr>
                    <a:xfrm>
                      <a:off x="9368075" y="25127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  <p:sp>
                <p:nvSpPr>
                  <p:cNvPr id="733" name="Google Shape;733;p34"/>
                  <p:cNvSpPr/>
                  <p:nvPr/>
                </p:nvSpPr>
                <p:spPr>
                  <a:xfrm>
                    <a:off x="9220487" y="1731587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4" name="Google Shape;734;p34"/>
                  <p:cNvSpPr/>
                  <p:nvPr/>
                </p:nvSpPr>
                <p:spPr>
                  <a:xfrm>
                    <a:off x="9220487" y="1781512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735" name="Google Shape;735;p34"/>
                <p:cNvGrpSpPr/>
                <p:nvPr/>
              </p:nvGrpSpPr>
              <p:grpSpPr>
                <a:xfrm>
                  <a:off x="8227863" y="1526175"/>
                  <a:ext cx="493393" cy="608911"/>
                  <a:chOff x="9220470" y="1332238"/>
                  <a:chExt cx="1188900" cy="608911"/>
                </a:xfrm>
              </p:grpSpPr>
              <p:sp>
                <p:nvSpPr>
                  <p:cNvPr id="736" name="Google Shape;736;p34"/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7" name="Google Shape;737;p34"/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8" name="Google Shape;738;p34"/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9" name="Google Shape;739;p34"/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0" name="Google Shape;740;p34"/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1" name="Google Shape;741;p34"/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2" name="Google Shape;742;p34"/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43" name="Google Shape;743;p34"/>
                  <p:cNvGrpSpPr/>
                  <p:nvPr/>
                </p:nvGrpSpPr>
                <p:grpSpPr>
                  <a:xfrm>
                    <a:off x="9220559" y="1731613"/>
                    <a:ext cx="1188786" cy="209536"/>
                    <a:chOff x="9368218" y="2329000"/>
                    <a:chExt cx="1897200" cy="209536"/>
                  </a:xfrm>
                </p:grpSpPr>
                <p:sp>
                  <p:nvSpPr>
                    <p:cNvPr id="744" name="Google Shape;744;p34"/>
                    <p:cNvSpPr/>
                    <p:nvPr/>
                  </p:nvSpPr>
                  <p:spPr>
                    <a:xfrm>
                      <a:off x="9368218" y="2329000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45" name="Google Shape;745;p34"/>
                    <p:cNvSpPr/>
                    <p:nvPr/>
                  </p:nvSpPr>
                  <p:spPr>
                    <a:xfrm>
                      <a:off x="9368218" y="2468936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</p:grpSp>
            <p:sp>
              <p:nvSpPr>
                <p:cNvPr id="746" name="Google Shape;746;p34"/>
                <p:cNvSpPr/>
                <p:nvPr/>
              </p:nvSpPr>
              <p:spPr>
                <a:xfrm>
                  <a:off x="7646400" y="902025"/>
                  <a:ext cx="1074600" cy="5061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grpSp>
              <p:nvGrpSpPr>
                <p:cNvPr id="747" name="Google Shape;747;p34"/>
                <p:cNvGrpSpPr/>
                <p:nvPr/>
              </p:nvGrpSpPr>
              <p:grpSpPr>
                <a:xfrm>
                  <a:off x="7820217" y="983014"/>
                  <a:ext cx="729125" cy="241211"/>
                  <a:chOff x="8327067" y="3399139"/>
                  <a:chExt cx="729125" cy="241211"/>
                </a:xfrm>
              </p:grpSpPr>
              <p:sp>
                <p:nvSpPr>
                  <p:cNvPr id="748" name="Google Shape;748;p34"/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9" name="Google Shape;749;p34"/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0" name="Google Shape;750;p34"/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1" name="Google Shape;751;p34"/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  <p:sp>
            <p:nvSpPr>
              <p:cNvPr id="752" name="Google Shape;752;p34"/>
              <p:cNvSpPr/>
              <p:nvPr/>
            </p:nvSpPr>
            <p:spPr>
              <a:xfrm>
                <a:off x="7695049" y="1316375"/>
                <a:ext cx="9795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53" name="Google Shape;753;p34"/>
            <p:cNvSpPr/>
            <p:nvPr/>
          </p:nvSpPr>
          <p:spPr>
            <a:xfrm>
              <a:off x="7646404" y="793600"/>
              <a:ext cx="1063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BB9FDA12-A8E1-2EFF-EDEF-D4834682498E}"/>
              </a:ext>
            </a:extLst>
          </p:cNvPr>
          <p:cNvSpPr txBox="1"/>
          <p:nvPr/>
        </p:nvSpPr>
        <p:spPr>
          <a:xfrm>
            <a:off x="3098911" y="2580859"/>
            <a:ext cx="4203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Selección del tema grupal, actividades realizadas y estrategias de búsqueda de información con filtros.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2"/>
          <p:cNvSpPr txBox="1">
            <a:spLocks noGrp="1"/>
          </p:cNvSpPr>
          <p:nvPr>
            <p:ph type="title"/>
          </p:nvPr>
        </p:nvSpPr>
        <p:spPr>
          <a:xfrm>
            <a:off x="713225" y="678950"/>
            <a:ext cx="4639360" cy="6515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CL" sz="2400" dirty="0"/>
              <a:t>BÚSQUEDA DEL TEMA</a:t>
            </a:r>
            <a:endParaRPr sz="2400" dirty="0"/>
          </a:p>
        </p:txBody>
      </p:sp>
      <p:sp>
        <p:nvSpPr>
          <p:cNvPr id="660" name="Google Shape;660;p32"/>
          <p:cNvSpPr txBox="1">
            <a:spLocks noGrp="1"/>
          </p:cNvSpPr>
          <p:nvPr>
            <p:ph type="subTitle" idx="1"/>
          </p:nvPr>
        </p:nvSpPr>
        <p:spPr>
          <a:xfrm>
            <a:off x="713224" y="1790050"/>
            <a:ext cx="7739399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s-CL" sz="1800" b="1" dirty="0"/>
              <a:t>Selección del Tema: </a:t>
            </a:r>
            <a:r>
              <a:rPr lang="es-CL" sz="1800" dirty="0"/>
              <a:t>Interés grupal por la seguridad de la información y la vulnerabilidad de datos privados.</a:t>
            </a:r>
          </a:p>
          <a:p>
            <a:pPr marL="0" lvl="0" indent="0">
              <a:buNone/>
            </a:pPr>
            <a:endParaRPr lang="es-CL" sz="1800" dirty="0"/>
          </a:p>
          <a:p>
            <a:pPr marL="285750" indent="-285750"/>
            <a:r>
              <a:rPr lang="es-CL" sz="1800" b="1" dirty="0"/>
              <a:t>Metodología y Filtros: </a:t>
            </a:r>
            <a:r>
              <a:rPr lang="es-CL" sz="1800" dirty="0"/>
              <a:t>Se dio uso al motor de búsqueda Google académico, con el uso de palabras claves y el uso de comillas para poder tener una coincidencia exacta, también se utilizaron filtros como la fecha y el idioma en el que requeríamos el texto.</a:t>
            </a:r>
            <a:endParaRPr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>
          <a:extLst>
            <a:ext uri="{FF2B5EF4-FFF2-40B4-BE49-F238E27FC236}">
              <a16:creationId xmlns:a16="http://schemas.microsoft.com/office/drawing/2014/main" id="{6BCDBBC6-2779-EBC9-90EF-7C10C127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34">
            <a:extLst>
              <a:ext uri="{FF2B5EF4-FFF2-40B4-BE49-F238E27FC236}">
                <a16:creationId xmlns:a16="http://schemas.microsoft.com/office/drawing/2014/main" id="{1CED988D-5C1F-0568-2B92-28A0BB4F75CB}"/>
              </a:ext>
            </a:extLst>
          </p:cNvPr>
          <p:cNvGrpSpPr/>
          <p:nvPr/>
        </p:nvGrpSpPr>
        <p:grpSpPr>
          <a:xfrm>
            <a:off x="1063605" y="714902"/>
            <a:ext cx="7016734" cy="3713674"/>
            <a:chOff x="174447" y="141850"/>
            <a:chExt cx="8795103" cy="3499175"/>
          </a:xfrm>
        </p:grpSpPr>
        <p:sp>
          <p:nvSpPr>
            <p:cNvPr id="697" name="Google Shape;697;p34">
              <a:extLst>
                <a:ext uri="{FF2B5EF4-FFF2-40B4-BE49-F238E27FC236}">
                  <a16:creationId xmlns:a16="http://schemas.microsoft.com/office/drawing/2014/main" id="{ADA875C1-8C1D-CAA3-433A-EDA17161FB00}"/>
                </a:ext>
              </a:extLst>
            </p:cNvPr>
            <p:cNvSpPr/>
            <p:nvPr/>
          </p:nvSpPr>
          <p:spPr>
            <a:xfrm>
              <a:off x="174447" y="346425"/>
              <a:ext cx="8795100" cy="329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98" name="Google Shape;698;p34">
              <a:extLst>
                <a:ext uri="{FF2B5EF4-FFF2-40B4-BE49-F238E27FC236}">
                  <a16:creationId xmlns:a16="http://schemas.microsoft.com/office/drawing/2014/main" id="{9E19BE80-2922-FD70-87E0-B50805BD30D7}"/>
                </a:ext>
              </a:extLst>
            </p:cNvPr>
            <p:cNvSpPr/>
            <p:nvPr/>
          </p:nvSpPr>
          <p:spPr>
            <a:xfrm>
              <a:off x="174450" y="1418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99" name="Google Shape;699;p34">
            <a:extLst>
              <a:ext uri="{FF2B5EF4-FFF2-40B4-BE49-F238E27FC236}">
                <a16:creationId xmlns:a16="http://schemas.microsoft.com/office/drawing/2014/main" id="{A8BE242A-4481-398E-1DCF-78F80C93A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596" y="1756003"/>
            <a:ext cx="5551232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sz="3800" dirty="0"/>
              <a:t>Fuentes y </a:t>
            </a:r>
            <a:r>
              <a:rPr lang="es-CL" sz="3700" dirty="0"/>
              <a:t>resumen</a:t>
            </a:r>
            <a:br>
              <a:rPr lang="en-US" sz="3800" dirty="0"/>
            </a:br>
            <a:br>
              <a:rPr lang="es" sz="3800" dirty="0">
                <a:latin typeface="IBM Plex Mono" panose="020B0509050203000203" pitchFamily="49" charset="0"/>
                <a:ea typeface="Arimo" panose="020B0604020202020204" charset="0"/>
                <a:cs typeface="Arimo" panose="020B0604020202020204" charset="0"/>
              </a:rPr>
            </a:br>
            <a:endParaRPr sz="3800" dirty="0">
              <a:latin typeface="IBM Plex Mono" panose="020B0509050203000203" pitchFamily="49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700" name="Google Shape;700;p34">
            <a:extLst>
              <a:ext uri="{FF2B5EF4-FFF2-40B4-BE49-F238E27FC236}">
                <a16:creationId xmlns:a16="http://schemas.microsoft.com/office/drawing/2014/main" id="{300A426F-C6B9-199D-D5EB-9DFCC7474F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08486" y="1770696"/>
            <a:ext cx="1165976" cy="810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02</a:t>
            </a:r>
            <a:endParaRPr dirty="0"/>
          </a:p>
        </p:txBody>
      </p:sp>
      <p:grpSp>
        <p:nvGrpSpPr>
          <p:cNvPr id="702" name="Google Shape;702;p34">
            <a:extLst>
              <a:ext uri="{FF2B5EF4-FFF2-40B4-BE49-F238E27FC236}">
                <a16:creationId xmlns:a16="http://schemas.microsoft.com/office/drawing/2014/main" id="{FA4D60A6-AE27-71A8-6EAC-25B1C8560804}"/>
              </a:ext>
            </a:extLst>
          </p:cNvPr>
          <p:cNvGrpSpPr/>
          <p:nvPr/>
        </p:nvGrpSpPr>
        <p:grpSpPr>
          <a:xfrm>
            <a:off x="3703712" y="3766600"/>
            <a:ext cx="2011500" cy="1172100"/>
            <a:chOff x="3703712" y="3766600"/>
            <a:chExt cx="2011500" cy="1172100"/>
          </a:xfrm>
        </p:grpSpPr>
        <p:sp>
          <p:nvSpPr>
            <p:cNvPr id="703" name="Google Shape;703;p34">
              <a:extLst>
                <a:ext uri="{FF2B5EF4-FFF2-40B4-BE49-F238E27FC236}">
                  <a16:creationId xmlns:a16="http://schemas.microsoft.com/office/drawing/2014/main" id="{8863E8B7-996B-1CE2-0D30-3631E1E2FCD5}"/>
                </a:ext>
              </a:extLst>
            </p:cNvPr>
            <p:cNvSpPr/>
            <p:nvPr/>
          </p:nvSpPr>
          <p:spPr>
            <a:xfrm>
              <a:off x="3703712" y="3766600"/>
              <a:ext cx="2008500" cy="1172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704" name="Google Shape;704;p34">
              <a:extLst>
                <a:ext uri="{FF2B5EF4-FFF2-40B4-BE49-F238E27FC236}">
                  <a16:creationId xmlns:a16="http://schemas.microsoft.com/office/drawing/2014/main" id="{2D15D0E1-C86B-3DF0-14FD-4E7C00E62EA8}"/>
                </a:ext>
              </a:extLst>
            </p:cNvPr>
            <p:cNvCxnSpPr/>
            <p:nvPr/>
          </p:nvCxnSpPr>
          <p:spPr>
            <a:xfrm>
              <a:off x="3703712" y="3889296"/>
              <a:ext cx="2011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5" name="Google Shape;705;p34">
              <a:extLst>
                <a:ext uri="{FF2B5EF4-FFF2-40B4-BE49-F238E27FC236}">
                  <a16:creationId xmlns:a16="http://schemas.microsoft.com/office/drawing/2014/main" id="{3A8A5EB2-8317-BDF4-A029-8F703E8D7626}"/>
                </a:ext>
              </a:extLst>
            </p:cNvPr>
            <p:cNvSpPr/>
            <p:nvPr/>
          </p:nvSpPr>
          <p:spPr>
            <a:xfrm>
              <a:off x="3759350" y="4030575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6" name="Google Shape;706;p34">
              <a:extLst>
                <a:ext uri="{FF2B5EF4-FFF2-40B4-BE49-F238E27FC236}">
                  <a16:creationId xmlns:a16="http://schemas.microsoft.com/office/drawing/2014/main" id="{B5C49264-E00D-1779-2971-0E59705CC3E1}"/>
                </a:ext>
              </a:extLst>
            </p:cNvPr>
            <p:cNvSpPr/>
            <p:nvPr/>
          </p:nvSpPr>
          <p:spPr>
            <a:xfrm>
              <a:off x="3759350" y="408049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7" name="Google Shape;707;p34">
              <a:extLst>
                <a:ext uri="{FF2B5EF4-FFF2-40B4-BE49-F238E27FC236}">
                  <a16:creationId xmlns:a16="http://schemas.microsoft.com/office/drawing/2014/main" id="{6BA52612-C1B7-7477-1907-8632483DDBDD}"/>
                </a:ext>
              </a:extLst>
            </p:cNvPr>
            <p:cNvSpPr/>
            <p:nvPr/>
          </p:nvSpPr>
          <p:spPr>
            <a:xfrm>
              <a:off x="3759350" y="413041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8" name="Google Shape;708;p34">
              <a:extLst>
                <a:ext uri="{FF2B5EF4-FFF2-40B4-BE49-F238E27FC236}">
                  <a16:creationId xmlns:a16="http://schemas.microsoft.com/office/drawing/2014/main" id="{B0F28872-06BD-9C4D-2C4A-78AB768436AD}"/>
                </a:ext>
              </a:extLst>
            </p:cNvPr>
            <p:cNvSpPr/>
            <p:nvPr/>
          </p:nvSpPr>
          <p:spPr>
            <a:xfrm>
              <a:off x="3759350" y="418033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9" name="Google Shape;709;p34">
              <a:extLst>
                <a:ext uri="{FF2B5EF4-FFF2-40B4-BE49-F238E27FC236}">
                  <a16:creationId xmlns:a16="http://schemas.microsoft.com/office/drawing/2014/main" id="{4B91D75F-FDA8-EC25-872A-4AD6B2EC9917}"/>
                </a:ext>
              </a:extLst>
            </p:cNvPr>
            <p:cNvSpPr/>
            <p:nvPr/>
          </p:nvSpPr>
          <p:spPr>
            <a:xfrm>
              <a:off x="3759350" y="423025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0" name="Google Shape;710;p34">
              <a:extLst>
                <a:ext uri="{FF2B5EF4-FFF2-40B4-BE49-F238E27FC236}">
                  <a16:creationId xmlns:a16="http://schemas.microsoft.com/office/drawing/2014/main" id="{B6408F3A-D377-0BD3-918F-378D06E0406A}"/>
                </a:ext>
              </a:extLst>
            </p:cNvPr>
            <p:cNvSpPr/>
            <p:nvPr/>
          </p:nvSpPr>
          <p:spPr>
            <a:xfrm>
              <a:off x="3759350" y="428017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1" name="Google Shape;711;p34">
              <a:extLst>
                <a:ext uri="{FF2B5EF4-FFF2-40B4-BE49-F238E27FC236}">
                  <a16:creationId xmlns:a16="http://schemas.microsoft.com/office/drawing/2014/main" id="{84D0C8D7-E53A-F6F3-CD67-E25C36376220}"/>
                </a:ext>
              </a:extLst>
            </p:cNvPr>
            <p:cNvSpPr/>
            <p:nvPr/>
          </p:nvSpPr>
          <p:spPr>
            <a:xfrm>
              <a:off x="3759350" y="433009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712" name="Google Shape;712;p34">
              <a:extLst>
                <a:ext uri="{FF2B5EF4-FFF2-40B4-BE49-F238E27FC236}">
                  <a16:creationId xmlns:a16="http://schemas.microsoft.com/office/drawing/2014/main" id="{4C74703A-7270-5F84-E82F-1096B6BECE68}"/>
                </a:ext>
              </a:extLst>
            </p:cNvPr>
            <p:cNvGrpSpPr/>
            <p:nvPr/>
          </p:nvGrpSpPr>
          <p:grpSpPr>
            <a:xfrm>
              <a:off x="3759350" y="4824525"/>
              <a:ext cx="1897209" cy="25800"/>
              <a:chOff x="9368075" y="2723575"/>
              <a:chExt cx="1897209" cy="25800"/>
            </a:xfrm>
          </p:grpSpPr>
          <p:sp>
            <p:nvSpPr>
              <p:cNvPr id="713" name="Google Shape;713;p34">
                <a:extLst>
                  <a:ext uri="{FF2B5EF4-FFF2-40B4-BE49-F238E27FC236}">
                    <a16:creationId xmlns:a16="http://schemas.microsoft.com/office/drawing/2014/main" id="{0F0EC10B-AFCF-1C53-257B-8D6E216760BE}"/>
                  </a:ext>
                </a:extLst>
              </p:cNvPr>
              <p:cNvSpPr/>
              <p:nvPr/>
            </p:nvSpPr>
            <p:spPr>
              <a:xfrm>
                <a:off x="10388384" y="2723575"/>
                <a:ext cx="876900" cy="2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714" name="Google Shape;714;p34">
                <a:extLst>
                  <a:ext uri="{FF2B5EF4-FFF2-40B4-BE49-F238E27FC236}">
                    <a16:creationId xmlns:a16="http://schemas.microsoft.com/office/drawing/2014/main" id="{867E863C-F706-BC61-BD77-1C5B3175BBF9}"/>
                  </a:ext>
                </a:extLst>
              </p:cNvPr>
              <p:cNvSpPr/>
              <p:nvPr/>
            </p:nvSpPr>
            <p:spPr>
              <a:xfrm>
                <a:off x="9368075" y="2723575"/>
                <a:ext cx="876900" cy="2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15" name="Google Shape;715;p34">
              <a:extLst>
                <a:ext uri="{FF2B5EF4-FFF2-40B4-BE49-F238E27FC236}">
                  <a16:creationId xmlns:a16="http://schemas.microsoft.com/office/drawing/2014/main" id="{44BCBCD5-31F1-5266-7538-292DE530A16E}"/>
                </a:ext>
              </a:extLst>
            </p:cNvPr>
            <p:cNvSpPr/>
            <p:nvPr/>
          </p:nvSpPr>
          <p:spPr>
            <a:xfrm>
              <a:off x="3759350" y="4428575"/>
              <a:ext cx="1897200" cy="26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716" name="Google Shape;716;p34">
            <a:extLst>
              <a:ext uri="{FF2B5EF4-FFF2-40B4-BE49-F238E27FC236}">
                <a16:creationId xmlns:a16="http://schemas.microsoft.com/office/drawing/2014/main" id="{2FCCB1D7-7FED-E74E-E5F4-01684E4A126C}"/>
              </a:ext>
            </a:extLst>
          </p:cNvPr>
          <p:cNvGrpSpPr/>
          <p:nvPr/>
        </p:nvGrpSpPr>
        <p:grpSpPr>
          <a:xfrm>
            <a:off x="7651219" y="3122925"/>
            <a:ext cx="1260413" cy="1727400"/>
            <a:chOff x="7554575" y="558375"/>
            <a:chExt cx="1260413" cy="1727400"/>
          </a:xfrm>
        </p:grpSpPr>
        <p:grpSp>
          <p:nvGrpSpPr>
            <p:cNvPr id="717" name="Google Shape;717;p34">
              <a:extLst>
                <a:ext uri="{FF2B5EF4-FFF2-40B4-BE49-F238E27FC236}">
                  <a16:creationId xmlns:a16="http://schemas.microsoft.com/office/drawing/2014/main" id="{65380F24-576C-CACF-3192-F5F49931C66D}"/>
                </a:ext>
              </a:extLst>
            </p:cNvPr>
            <p:cNvGrpSpPr/>
            <p:nvPr/>
          </p:nvGrpSpPr>
          <p:grpSpPr>
            <a:xfrm>
              <a:off x="7554575" y="558375"/>
              <a:ext cx="1260413" cy="1727400"/>
              <a:chOff x="7554575" y="558375"/>
              <a:chExt cx="1260413" cy="1727400"/>
            </a:xfrm>
          </p:grpSpPr>
          <p:grpSp>
            <p:nvGrpSpPr>
              <p:cNvPr id="718" name="Google Shape;718;p34">
                <a:extLst>
                  <a:ext uri="{FF2B5EF4-FFF2-40B4-BE49-F238E27FC236}">
                    <a16:creationId xmlns:a16="http://schemas.microsoft.com/office/drawing/2014/main" id="{72DD25A4-2392-C90D-6FE7-27A2714A77B9}"/>
                  </a:ext>
                </a:extLst>
              </p:cNvPr>
              <p:cNvGrpSpPr/>
              <p:nvPr/>
            </p:nvGrpSpPr>
            <p:grpSpPr>
              <a:xfrm>
                <a:off x="7554575" y="558375"/>
                <a:ext cx="1260413" cy="1727400"/>
                <a:chOff x="7554575" y="558375"/>
                <a:chExt cx="1260413" cy="1727400"/>
              </a:xfrm>
            </p:grpSpPr>
            <p:sp>
              <p:nvSpPr>
                <p:cNvPr id="719" name="Google Shape;719;p34">
                  <a:extLst>
                    <a:ext uri="{FF2B5EF4-FFF2-40B4-BE49-F238E27FC236}">
                      <a16:creationId xmlns:a16="http://schemas.microsoft.com/office/drawing/2014/main" id="{8AB254AE-A50C-CCC0-D682-B73FA6634508}"/>
                    </a:ext>
                  </a:extLst>
                </p:cNvPr>
                <p:cNvSpPr/>
                <p:nvPr/>
              </p:nvSpPr>
              <p:spPr>
                <a:xfrm>
                  <a:off x="7554575" y="558375"/>
                  <a:ext cx="1258500" cy="1727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720" name="Google Shape;720;p34">
                  <a:extLst>
                    <a:ext uri="{FF2B5EF4-FFF2-40B4-BE49-F238E27FC236}">
                      <a16:creationId xmlns:a16="http://schemas.microsoft.com/office/drawing/2014/main" id="{788A444C-9C21-9C31-AC43-8D9D87DBE7AC}"/>
                    </a:ext>
                  </a:extLst>
                </p:cNvPr>
                <p:cNvCxnSpPr/>
                <p:nvPr/>
              </p:nvCxnSpPr>
              <p:spPr>
                <a:xfrm>
                  <a:off x="7554582" y="681071"/>
                  <a:ext cx="1260406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721" name="Google Shape;721;p34">
                  <a:extLst>
                    <a:ext uri="{FF2B5EF4-FFF2-40B4-BE49-F238E27FC236}">
                      <a16:creationId xmlns:a16="http://schemas.microsoft.com/office/drawing/2014/main" id="{97C147BF-BDA4-5236-B350-C073299D4574}"/>
                    </a:ext>
                  </a:extLst>
                </p:cNvPr>
                <p:cNvGrpSpPr/>
                <p:nvPr/>
              </p:nvGrpSpPr>
              <p:grpSpPr>
                <a:xfrm>
                  <a:off x="7646396" y="1526175"/>
                  <a:ext cx="493401" cy="608875"/>
                  <a:chOff x="9220470" y="1332238"/>
                  <a:chExt cx="1188918" cy="608875"/>
                </a:xfrm>
              </p:grpSpPr>
              <p:sp>
                <p:nvSpPr>
                  <p:cNvPr id="722" name="Google Shape;722;p34">
                    <a:extLst>
                      <a:ext uri="{FF2B5EF4-FFF2-40B4-BE49-F238E27FC236}">
                        <a16:creationId xmlns:a16="http://schemas.microsoft.com/office/drawing/2014/main" id="{4E890062-E292-096B-08FB-600FD7F16B35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3" name="Google Shape;723;p34">
                    <a:extLst>
                      <a:ext uri="{FF2B5EF4-FFF2-40B4-BE49-F238E27FC236}">
                        <a16:creationId xmlns:a16="http://schemas.microsoft.com/office/drawing/2014/main" id="{57AF2A84-4646-98BF-496C-328FAF0AD7DA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4" name="Google Shape;724;p34">
                    <a:extLst>
                      <a:ext uri="{FF2B5EF4-FFF2-40B4-BE49-F238E27FC236}">
                        <a16:creationId xmlns:a16="http://schemas.microsoft.com/office/drawing/2014/main" id="{BD5C77EC-FDD7-B4FD-2A95-AC7519741A48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5" name="Google Shape;725;p34">
                    <a:extLst>
                      <a:ext uri="{FF2B5EF4-FFF2-40B4-BE49-F238E27FC236}">
                        <a16:creationId xmlns:a16="http://schemas.microsoft.com/office/drawing/2014/main" id="{98252BB6-1B90-4F59-FA36-AB7E6EE78097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6" name="Google Shape;726;p34">
                    <a:extLst>
                      <a:ext uri="{FF2B5EF4-FFF2-40B4-BE49-F238E27FC236}">
                        <a16:creationId xmlns:a16="http://schemas.microsoft.com/office/drawing/2014/main" id="{93A55600-D94F-BBE6-0F4F-E072C707E078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7" name="Google Shape;727;p34">
                    <a:extLst>
                      <a:ext uri="{FF2B5EF4-FFF2-40B4-BE49-F238E27FC236}">
                        <a16:creationId xmlns:a16="http://schemas.microsoft.com/office/drawing/2014/main" id="{084BA0B1-6A57-A92C-57F9-5D182788AF24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8" name="Google Shape;728;p34">
                    <a:extLst>
                      <a:ext uri="{FF2B5EF4-FFF2-40B4-BE49-F238E27FC236}">
                        <a16:creationId xmlns:a16="http://schemas.microsoft.com/office/drawing/2014/main" id="{445C3EBC-DC62-868C-B2B1-86DD0E878F80}"/>
                      </a:ext>
                    </a:extLst>
                  </p:cNvPr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9" name="Google Shape;729;p34">
                    <a:extLst>
                      <a:ext uri="{FF2B5EF4-FFF2-40B4-BE49-F238E27FC236}">
                        <a16:creationId xmlns:a16="http://schemas.microsoft.com/office/drawing/2014/main" id="{7DAA42BA-35F7-D832-E4DB-4F5B2419CA59}"/>
                      </a:ext>
                    </a:extLst>
                  </p:cNvPr>
                  <p:cNvSpPr/>
                  <p:nvPr/>
                </p:nvSpPr>
                <p:spPr>
                  <a:xfrm>
                    <a:off x="9220487" y="1681663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30" name="Google Shape;730;p34">
                    <a:extLst>
                      <a:ext uri="{FF2B5EF4-FFF2-40B4-BE49-F238E27FC236}">
                        <a16:creationId xmlns:a16="http://schemas.microsoft.com/office/drawing/2014/main" id="{B2E9F724-9FC0-1755-43C0-A914E561ECB0}"/>
                      </a:ext>
                    </a:extLst>
                  </p:cNvPr>
                  <p:cNvGrpSpPr/>
                  <p:nvPr/>
                </p:nvGrpSpPr>
                <p:grpSpPr>
                  <a:xfrm>
                    <a:off x="9220470" y="1863413"/>
                    <a:ext cx="437617" cy="77700"/>
                    <a:chOff x="9368075" y="2460800"/>
                    <a:chExt cx="698400" cy="77700"/>
                  </a:xfrm>
                </p:grpSpPr>
                <p:sp>
                  <p:nvSpPr>
                    <p:cNvPr id="731" name="Google Shape;731;p34">
                      <a:extLst>
                        <a:ext uri="{FF2B5EF4-FFF2-40B4-BE49-F238E27FC236}">
                          <a16:creationId xmlns:a16="http://schemas.microsoft.com/office/drawing/2014/main" id="{A89B831C-F1D2-604B-94CC-1EEBE5F4D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075" y="24608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32" name="Google Shape;732;p34">
                      <a:extLst>
                        <a:ext uri="{FF2B5EF4-FFF2-40B4-BE49-F238E27FC236}">
                          <a16:creationId xmlns:a16="http://schemas.microsoft.com/office/drawing/2014/main" id="{E3E4290D-2E7A-7D13-35BC-6A546A36FD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075" y="25127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  <p:sp>
                <p:nvSpPr>
                  <p:cNvPr id="733" name="Google Shape;733;p34">
                    <a:extLst>
                      <a:ext uri="{FF2B5EF4-FFF2-40B4-BE49-F238E27FC236}">
                        <a16:creationId xmlns:a16="http://schemas.microsoft.com/office/drawing/2014/main" id="{018E4FA6-9E14-ED65-4162-81CB799A6A4F}"/>
                      </a:ext>
                    </a:extLst>
                  </p:cNvPr>
                  <p:cNvSpPr/>
                  <p:nvPr/>
                </p:nvSpPr>
                <p:spPr>
                  <a:xfrm>
                    <a:off x="9220487" y="1731587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4" name="Google Shape;734;p34">
                    <a:extLst>
                      <a:ext uri="{FF2B5EF4-FFF2-40B4-BE49-F238E27FC236}">
                        <a16:creationId xmlns:a16="http://schemas.microsoft.com/office/drawing/2014/main" id="{9FE1D2DB-1FD3-E4D5-CAC9-6847AA3E33CE}"/>
                      </a:ext>
                    </a:extLst>
                  </p:cNvPr>
                  <p:cNvSpPr/>
                  <p:nvPr/>
                </p:nvSpPr>
                <p:spPr>
                  <a:xfrm>
                    <a:off x="9220487" y="1781512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735" name="Google Shape;735;p34">
                  <a:extLst>
                    <a:ext uri="{FF2B5EF4-FFF2-40B4-BE49-F238E27FC236}">
                      <a16:creationId xmlns:a16="http://schemas.microsoft.com/office/drawing/2014/main" id="{CB0C6D77-752A-A3FD-0C41-AEC854C5E666}"/>
                    </a:ext>
                  </a:extLst>
                </p:cNvPr>
                <p:cNvGrpSpPr/>
                <p:nvPr/>
              </p:nvGrpSpPr>
              <p:grpSpPr>
                <a:xfrm>
                  <a:off x="8227863" y="1526175"/>
                  <a:ext cx="493393" cy="608911"/>
                  <a:chOff x="9220470" y="1332238"/>
                  <a:chExt cx="1188900" cy="608911"/>
                </a:xfrm>
              </p:grpSpPr>
              <p:sp>
                <p:nvSpPr>
                  <p:cNvPr id="736" name="Google Shape;736;p34">
                    <a:extLst>
                      <a:ext uri="{FF2B5EF4-FFF2-40B4-BE49-F238E27FC236}">
                        <a16:creationId xmlns:a16="http://schemas.microsoft.com/office/drawing/2014/main" id="{B82DDDA5-28A1-6DA6-9729-F9471EA80064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7" name="Google Shape;737;p34">
                    <a:extLst>
                      <a:ext uri="{FF2B5EF4-FFF2-40B4-BE49-F238E27FC236}">
                        <a16:creationId xmlns:a16="http://schemas.microsoft.com/office/drawing/2014/main" id="{26C232DE-1CFE-0944-65EA-BC7DE11D8D4E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8" name="Google Shape;738;p34">
                    <a:extLst>
                      <a:ext uri="{FF2B5EF4-FFF2-40B4-BE49-F238E27FC236}">
                        <a16:creationId xmlns:a16="http://schemas.microsoft.com/office/drawing/2014/main" id="{18802CE8-CDAE-93DC-0FF2-43D6C5A55FAF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9" name="Google Shape;739;p34">
                    <a:extLst>
                      <a:ext uri="{FF2B5EF4-FFF2-40B4-BE49-F238E27FC236}">
                        <a16:creationId xmlns:a16="http://schemas.microsoft.com/office/drawing/2014/main" id="{8AE6577D-F975-5EF9-37C4-0C095AA5CC4C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0" name="Google Shape;740;p34">
                    <a:extLst>
                      <a:ext uri="{FF2B5EF4-FFF2-40B4-BE49-F238E27FC236}">
                        <a16:creationId xmlns:a16="http://schemas.microsoft.com/office/drawing/2014/main" id="{6AC41DD6-2FB1-3E3C-3EA9-982E2888C340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1" name="Google Shape;741;p34">
                    <a:extLst>
                      <a:ext uri="{FF2B5EF4-FFF2-40B4-BE49-F238E27FC236}">
                        <a16:creationId xmlns:a16="http://schemas.microsoft.com/office/drawing/2014/main" id="{EA9BA580-3142-5133-32FD-C206EDD80894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2" name="Google Shape;742;p34">
                    <a:extLst>
                      <a:ext uri="{FF2B5EF4-FFF2-40B4-BE49-F238E27FC236}">
                        <a16:creationId xmlns:a16="http://schemas.microsoft.com/office/drawing/2014/main" id="{1E128298-70B2-9FCF-588C-28A2A6DDE988}"/>
                      </a:ext>
                    </a:extLst>
                  </p:cNvPr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43" name="Google Shape;743;p34">
                    <a:extLst>
                      <a:ext uri="{FF2B5EF4-FFF2-40B4-BE49-F238E27FC236}">
                        <a16:creationId xmlns:a16="http://schemas.microsoft.com/office/drawing/2014/main" id="{2AAA9AD3-8AE7-9A36-6E05-4C28261959A6}"/>
                      </a:ext>
                    </a:extLst>
                  </p:cNvPr>
                  <p:cNvGrpSpPr/>
                  <p:nvPr/>
                </p:nvGrpSpPr>
                <p:grpSpPr>
                  <a:xfrm>
                    <a:off x="9220559" y="1731613"/>
                    <a:ext cx="1188786" cy="209536"/>
                    <a:chOff x="9368218" y="2329000"/>
                    <a:chExt cx="1897200" cy="209536"/>
                  </a:xfrm>
                </p:grpSpPr>
                <p:sp>
                  <p:nvSpPr>
                    <p:cNvPr id="744" name="Google Shape;744;p34">
                      <a:extLst>
                        <a:ext uri="{FF2B5EF4-FFF2-40B4-BE49-F238E27FC236}">
                          <a16:creationId xmlns:a16="http://schemas.microsoft.com/office/drawing/2014/main" id="{96066CBE-8837-DE77-73B5-1E5DE3A93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218" y="2329000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45" name="Google Shape;745;p34">
                      <a:extLst>
                        <a:ext uri="{FF2B5EF4-FFF2-40B4-BE49-F238E27FC236}">
                          <a16:creationId xmlns:a16="http://schemas.microsoft.com/office/drawing/2014/main" id="{E55DF9E7-D803-7470-A484-D58DF9836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218" y="2468936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</p:grpSp>
            <p:sp>
              <p:nvSpPr>
                <p:cNvPr id="746" name="Google Shape;746;p34">
                  <a:extLst>
                    <a:ext uri="{FF2B5EF4-FFF2-40B4-BE49-F238E27FC236}">
                      <a16:creationId xmlns:a16="http://schemas.microsoft.com/office/drawing/2014/main" id="{DE60C417-0DEA-56F0-467B-115CB5336C53}"/>
                    </a:ext>
                  </a:extLst>
                </p:cNvPr>
                <p:cNvSpPr/>
                <p:nvPr/>
              </p:nvSpPr>
              <p:spPr>
                <a:xfrm>
                  <a:off x="7646400" y="902025"/>
                  <a:ext cx="1074600" cy="5061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grpSp>
              <p:nvGrpSpPr>
                <p:cNvPr id="747" name="Google Shape;747;p34">
                  <a:extLst>
                    <a:ext uri="{FF2B5EF4-FFF2-40B4-BE49-F238E27FC236}">
                      <a16:creationId xmlns:a16="http://schemas.microsoft.com/office/drawing/2014/main" id="{5E268061-40C6-4F0A-0527-BF8F51D7DF1E}"/>
                    </a:ext>
                  </a:extLst>
                </p:cNvPr>
                <p:cNvGrpSpPr/>
                <p:nvPr/>
              </p:nvGrpSpPr>
              <p:grpSpPr>
                <a:xfrm>
                  <a:off x="7820217" y="983014"/>
                  <a:ext cx="729125" cy="241211"/>
                  <a:chOff x="8327067" y="3399139"/>
                  <a:chExt cx="729125" cy="241211"/>
                </a:xfrm>
              </p:grpSpPr>
              <p:sp>
                <p:nvSpPr>
                  <p:cNvPr id="748" name="Google Shape;748;p34">
                    <a:extLst>
                      <a:ext uri="{FF2B5EF4-FFF2-40B4-BE49-F238E27FC236}">
                        <a16:creationId xmlns:a16="http://schemas.microsoft.com/office/drawing/2014/main" id="{4D4FA549-90A3-9202-410E-F8F2DA89B362}"/>
                      </a:ext>
                    </a:extLst>
                  </p:cNvPr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9" name="Google Shape;749;p34">
                    <a:extLst>
                      <a:ext uri="{FF2B5EF4-FFF2-40B4-BE49-F238E27FC236}">
                        <a16:creationId xmlns:a16="http://schemas.microsoft.com/office/drawing/2014/main" id="{7CED29C3-4EA2-6990-76C2-5BEB1294AE30}"/>
                      </a:ext>
                    </a:extLst>
                  </p:cNvPr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0" name="Google Shape;750;p34">
                    <a:extLst>
                      <a:ext uri="{FF2B5EF4-FFF2-40B4-BE49-F238E27FC236}">
                        <a16:creationId xmlns:a16="http://schemas.microsoft.com/office/drawing/2014/main" id="{B0691D6D-4866-4E7C-7027-951B980781F4}"/>
                      </a:ext>
                    </a:extLst>
                  </p:cNvPr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1" name="Google Shape;751;p34">
                    <a:extLst>
                      <a:ext uri="{FF2B5EF4-FFF2-40B4-BE49-F238E27FC236}">
                        <a16:creationId xmlns:a16="http://schemas.microsoft.com/office/drawing/2014/main" id="{405C79EC-9341-2597-63F3-FBD4FB05CE67}"/>
                      </a:ext>
                    </a:extLst>
                  </p:cNvPr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  <p:sp>
            <p:nvSpPr>
              <p:cNvPr id="752" name="Google Shape;752;p34">
                <a:extLst>
                  <a:ext uri="{FF2B5EF4-FFF2-40B4-BE49-F238E27FC236}">
                    <a16:creationId xmlns:a16="http://schemas.microsoft.com/office/drawing/2014/main" id="{E4EB79BB-0ECC-3A2D-DB54-7103ABE73D26}"/>
                  </a:ext>
                </a:extLst>
              </p:cNvPr>
              <p:cNvSpPr/>
              <p:nvPr/>
            </p:nvSpPr>
            <p:spPr>
              <a:xfrm>
                <a:off x="7695049" y="1316375"/>
                <a:ext cx="9795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53" name="Google Shape;753;p34">
              <a:extLst>
                <a:ext uri="{FF2B5EF4-FFF2-40B4-BE49-F238E27FC236}">
                  <a16:creationId xmlns:a16="http://schemas.microsoft.com/office/drawing/2014/main" id="{625011EE-6D45-6C2A-9D3D-C62D74160132}"/>
                </a:ext>
              </a:extLst>
            </p:cNvPr>
            <p:cNvSpPr/>
            <p:nvPr/>
          </p:nvSpPr>
          <p:spPr>
            <a:xfrm>
              <a:off x="7646404" y="793600"/>
              <a:ext cx="1063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B5787225-FC05-4DA6-B9DC-927499C29A0C}"/>
              </a:ext>
            </a:extLst>
          </p:cNvPr>
          <p:cNvSpPr txBox="1"/>
          <p:nvPr/>
        </p:nvSpPr>
        <p:spPr>
          <a:xfrm>
            <a:off x="2975286" y="2513152"/>
            <a:ext cx="4203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Presentación de los textos seleccionados (The Snowden Files y fugas en la nube) y lectura en voz alta del resumen.</a:t>
            </a:r>
            <a:endParaRPr lang="es-CL" sz="1600" dirty="0">
              <a:solidFill>
                <a:schemeClr val="tx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94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>
          <a:extLst>
            <a:ext uri="{FF2B5EF4-FFF2-40B4-BE49-F238E27FC236}">
              <a16:creationId xmlns:a16="http://schemas.microsoft.com/office/drawing/2014/main" id="{5C54F165-344F-7AF1-D2AF-205D7F38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>
            <a:extLst>
              <a:ext uri="{FF2B5EF4-FFF2-40B4-BE49-F238E27FC236}">
                <a16:creationId xmlns:a16="http://schemas.microsoft.com/office/drawing/2014/main" id="{57C22EE3-01B2-60D4-616F-B46E17CFA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66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/>
              <a:t>Los archivos de Snowden: La historia interna del hombre más buscado del mundo.</a:t>
            </a:r>
          </a:p>
        </p:txBody>
      </p:sp>
      <p:sp>
        <p:nvSpPr>
          <p:cNvPr id="670" name="Google Shape;670;p33">
            <a:extLst>
              <a:ext uri="{FF2B5EF4-FFF2-40B4-BE49-F238E27FC236}">
                <a16:creationId xmlns:a16="http://schemas.microsoft.com/office/drawing/2014/main" id="{53B2B204-8A2E-197B-F879-01F99FA76F8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6" y="1419922"/>
            <a:ext cx="5724745" cy="2787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800" b="1" dirty="0"/>
              <a:t>Autor: </a:t>
            </a:r>
            <a:r>
              <a:rPr lang="es-CL" sz="1800" dirty="0"/>
              <a:t>Luke Harding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800" b="1" dirty="0"/>
              <a:t>Publicación: </a:t>
            </a:r>
            <a:r>
              <a:rPr lang="es-MX" sz="1800" dirty="0"/>
              <a:t>7 de febrero del 2014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800" dirty="0"/>
              <a:t>Motor de búsqueda: Google académico.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CL" sz="1800" dirty="0"/>
              <a:t>Use este libro como fuente, lo encontré mediante el uso de comillas en el nombre del caso para poder omitir otros casos de filtraciones.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5CD588B-5EFE-1FD8-B4DC-A1596BCF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954" y="1351346"/>
            <a:ext cx="2212283" cy="255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8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>
          <a:extLst>
            <a:ext uri="{FF2B5EF4-FFF2-40B4-BE49-F238E27FC236}">
              <a16:creationId xmlns:a16="http://schemas.microsoft.com/office/drawing/2014/main" id="{75B6CB16-4323-61B4-6D0A-118342B0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>
            <a:extLst>
              <a:ext uri="{FF2B5EF4-FFF2-40B4-BE49-F238E27FC236}">
                <a16:creationId xmlns:a16="http://schemas.microsoft.com/office/drawing/2014/main" id="{AE949792-51FF-A1CA-CE69-CF1662934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66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Why Does Your Data Leak? Uncovering the Data Leakage in Cloud from Mobile Apps</a:t>
            </a:r>
            <a:endParaRPr lang="es-MX" sz="2400" dirty="0"/>
          </a:p>
        </p:txBody>
      </p:sp>
      <p:sp>
        <p:nvSpPr>
          <p:cNvPr id="670" name="Google Shape;670;p33">
            <a:extLst>
              <a:ext uri="{FF2B5EF4-FFF2-40B4-BE49-F238E27FC236}">
                <a16:creationId xmlns:a16="http://schemas.microsoft.com/office/drawing/2014/main" id="{BDD8F1D0-9999-A878-BAA3-111B3F2FEC2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6" y="1419922"/>
            <a:ext cx="7152101" cy="2787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800" b="1" dirty="0"/>
              <a:t>Autor: </a:t>
            </a:r>
            <a:r>
              <a:rPr lang="es-CL" sz="1800" dirty="0"/>
              <a:t>Chaoshun Zuo, Zhiqiang Lin, Yinqian Zhang.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800" b="1" dirty="0"/>
              <a:t>Publicación: </a:t>
            </a:r>
            <a:r>
              <a:rPr lang="es-MX" sz="1800" dirty="0"/>
              <a:t>Entre el 19 al 23 de Mayo de 2019 </a:t>
            </a:r>
            <a:endParaRPr lang="es-C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s-MX" sz="1800" dirty="0"/>
              <a:t>Motor de búsqueda: Google académico.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7140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>
          <a:extLst>
            <a:ext uri="{FF2B5EF4-FFF2-40B4-BE49-F238E27FC236}">
              <a16:creationId xmlns:a16="http://schemas.microsoft.com/office/drawing/2014/main" id="{0430F174-E6D0-635F-A4B9-96E2B8DA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>
            <a:extLst>
              <a:ext uri="{FF2B5EF4-FFF2-40B4-BE49-F238E27FC236}">
                <a16:creationId xmlns:a16="http://schemas.microsoft.com/office/drawing/2014/main" id="{29F227B7-7416-CF85-BF81-E740CEB0AB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669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L" sz="2400" dirty="0"/>
              <a:t>Use of Security Logs for Data Leak Detection: A Systematic Literature Review</a:t>
            </a:r>
            <a:endParaRPr lang="es-MX" sz="2400" dirty="0"/>
          </a:p>
        </p:txBody>
      </p:sp>
      <p:sp>
        <p:nvSpPr>
          <p:cNvPr id="670" name="Google Shape;670;p33">
            <a:extLst>
              <a:ext uri="{FF2B5EF4-FFF2-40B4-BE49-F238E27FC236}">
                <a16:creationId xmlns:a16="http://schemas.microsoft.com/office/drawing/2014/main" id="{9CB8D6F5-5034-50FE-CA86-F0EC4CD0AE3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6" y="1419922"/>
            <a:ext cx="7620452" cy="2787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800" b="1" dirty="0"/>
              <a:t>Autor: </a:t>
            </a:r>
            <a:r>
              <a:rPr lang="es-CL" sz="1800" dirty="0"/>
              <a:t>Flavio Lombardi.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800" b="1" dirty="0"/>
              <a:t>Publicación: </a:t>
            </a:r>
            <a:r>
              <a:rPr lang="es-CL" sz="1800" dirty="0"/>
              <a:t>11 marzo de 2021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s-MX" sz="1800" dirty="0"/>
              <a:t>Motor de búsqueda: Google académico.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4518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>
          <a:extLst>
            <a:ext uri="{FF2B5EF4-FFF2-40B4-BE49-F238E27FC236}">
              <a16:creationId xmlns:a16="http://schemas.microsoft.com/office/drawing/2014/main" id="{314120D7-02C6-F27B-AB05-5A88880D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34">
            <a:extLst>
              <a:ext uri="{FF2B5EF4-FFF2-40B4-BE49-F238E27FC236}">
                <a16:creationId xmlns:a16="http://schemas.microsoft.com/office/drawing/2014/main" id="{6643F19F-2667-7EC8-ECAC-F27F49972F76}"/>
              </a:ext>
            </a:extLst>
          </p:cNvPr>
          <p:cNvGrpSpPr/>
          <p:nvPr/>
        </p:nvGrpSpPr>
        <p:grpSpPr>
          <a:xfrm>
            <a:off x="1063605" y="714902"/>
            <a:ext cx="7016734" cy="3713674"/>
            <a:chOff x="174447" y="141850"/>
            <a:chExt cx="8795103" cy="3499175"/>
          </a:xfrm>
        </p:grpSpPr>
        <p:sp>
          <p:nvSpPr>
            <p:cNvPr id="697" name="Google Shape;697;p34">
              <a:extLst>
                <a:ext uri="{FF2B5EF4-FFF2-40B4-BE49-F238E27FC236}">
                  <a16:creationId xmlns:a16="http://schemas.microsoft.com/office/drawing/2014/main" id="{F4E8F2B0-7F4F-BD85-06DB-03B444413230}"/>
                </a:ext>
              </a:extLst>
            </p:cNvPr>
            <p:cNvSpPr/>
            <p:nvPr/>
          </p:nvSpPr>
          <p:spPr>
            <a:xfrm>
              <a:off x="174447" y="346425"/>
              <a:ext cx="8795100" cy="329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698" name="Google Shape;698;p34">
              <a:extLst>
                <a:ext uri="{FF2B5EF4-FFF2-40B4-BE49-F238E27FC236}">
                  <a16:creationId xmlns:a16="http://schemas.microsoft.com/office/drawing/2014/main" id="{E288EA3F-81A9-6221-FF2F-5F44DA2EC4AA}"/>
                </a:ext>
              </a:extLst>
            </p:cNvPr>
            <p:cNvSpPr/>
            <p:nvPr/>
          </p:nvSpPr>
          <p:spPr>
            <a:xfrm>
              <a:off x="174450" y="141850"/>
              <a:ext cx="8795100" cy="210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99" name="Google Shape;699;p34">
            <a:extLst>
              <a:ext uri="{FF2B5EF4-FFF2-40B4-BE49-F238E27FC236}">
                <a16:creationId xmlns:a16="http://schemas.microsoft.com/office/drawing/2014/main" id="{A35D43FD-C264-E9BC-BB1F-62B993B66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596" y="1756003"/>
            <a:ext cx="5551232" cy="9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CL" sz="3600" dirty="0"/>
              <a:t>Análisis de casos</a:t>
            </a:r>
            <a:endParaRPr lang="en-US" sz="3600" dirty="0"/>
          </a:p>
        </p:txBody>
      </p:sp>
      <p:sp>
        <p:nvSpPr>
          <p:cNvPr id="700" name="Google Shape;700;p34">
            <a:extLst>
              <a:ext uri="{FF2B5EF4-FFF2-40B4-BE49-F238E27FC236}">
                <a16:creationId xmlns:a16="http://schemas.microsoft.com/office/drawing/2014/main" id="{4E16925E-691E-ED5C-FF78-098A0FB954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08486" y="1770696"/>
            <a:ext cx="1165976" cy="810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03</a:t>
            </a:r>
            <a:endParaRPr dirty="0"/>
          </a:p>
        </p:txBody>
      </p:sp>
      <p:grpSp>
        <p:nvGrpSpPr>
          <p:cNvPr id="702" name="Google Shape;702;p34">
            <a:extLst>
              <a:ext uri="{FF2B5EF4-FFF2-40B4-BE49-F238E27FC236}">
                <a16:creationId xmlns:a16="http://schemas.microsoft.com/office/drawing/2014/main" id="{84978824-C0CB-CB98-E829-0298AE2AF5F8}"/>
              </a:ext>
            </a:extLst>
          </p:cNvPr>
          <p:cNvGrpSpPr/>
          <p:nvPr/>
        </p:nvGrpSpPr>
        <p:grpSpPr>
          <a:xfrm>
            <a:off x="3703712" y="3766600"/>
            <a:ext cx="2011500" cy="1172100"/>
            <a:chOff x="3703712" y="3766600"/>
            <a:chExt cx="2011500" cy="1172100"/>
          </a:xfrm>
        </p:grpSpPr>
        <p:sp>
          <p:nvSpPr>
            <p:cNvPr id="703" name="Google Shape;703;p34">
              <a:extLst>
                <a:ext uri="{FF2B5EF4-FFF2-40B4-BE49-F238E27FC236}">
                  <a16:creationId xmlns:a16="http://schemas.microsoft.com/office/drawing/2014/main" id="{86C1A939-AE68-B860-70F7-457F23CDB6CE}"/>
                </a:ext>
              </a:extLst>
            </p:cNvPr>
            <p:cNvSpPr/>
            <p:nvPr/>
          </p:nvSpPr>
          <p:spPr>
            <a:xfrm>
              <a:off x="3703712" y="3766600"/>
              <a:ext cx="2008500" cy="1172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704" name="Google Shape;704;p34">
              <a:extLst>
                <a:ext uri="{FF2B5EF4-FFF2-40B4-BE49-F238E27FC236}">
                  <a16:creationId xmlns:a16="http://schemas.microsoft.com/office/drawing/2014/main" id="{D3B0F490-F2E7-ADC4-DBA5-F2F9DA64E445}"/>
                </a:ext>
              </a:extLst>
            </p:cNvPr>
            <p:cNvCxnSpPr/>
            <p:nvPr/>
          </p:nvCxnSpPr>
          <p:spPr>
            <a:xfrm>
              <a:off x="3703712" y="3889296"/>
              <a:ext cx="2011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5" name="Google Shape;705;p34">
              <a:extLst>
                <a:ext uri="{FF2B5EF4-FFF2-40B4-BE49-F238E27FC236}">
                  <a16:creationId xmlns:a16="http://schemas.microsoft.com/office/drawing/2014/main" id="{4415E24B-F7DE-F855-F37A-B772FE40CED1}"/>
                </a:ext>
              </a:extLst>
            </p:cNvPr>
            <p:cNvSpPr/>
            <p:nvPr/>
          </p:nvSpPr>
          <p:spPr>
            <a:xfrm>
              <a:off x="3759350" y="4030575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6" name="Google Shape;706;p34">
              <a:extLst>
                <a:ext uri="{FF2B5EF4-FFF2-40B4-BE49-F238E27FC236}">
                  <a16:creationId xmlns:a16="http://schemas.microsoft.com/office/drawing/2014/main" id="{812196A2-0E2D-271F-613E-E9BBCD455505}"/>
                </a:ext>
              </a:extLst>
            </p:cNvPr>
            <p:cNvSpPr/>
            <p:nvPr/>
          </p:nvSpPr>
          <p:spPr>
            <a:xfrm>
              <a:off x="3759350" y="408049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7" name="Google Shape;707;p34">
              <a:extLst>
                <a:ext uri="{FF2B5EF4-FFF2-40B4-BE49-F238E27FC236}">
                  <a16:creationId xmlns:a16="http://schemas.microsoft.com/office/drawing/2014/main" id="{13C3FE88-7180-0204-71EA-1EDD5966B4A7}"/>
                </a:ext>
              </a:extLst>
            </p:cNvPr>
            <p:cNvSpPr/>
            <p:nvPr/>
          </p:nvSpPr>
          <p:spPr>
            <a:xfrm>
              <a:off x="3759350" y="4130414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8" name="Google Shape;708;p34">
              <a:extLst>
                <a:ext uri="{FF2B5EF4-FFF2-40B4-BE49-F238E27FC236}">
                  <a16:creationId xmlns:a16="http://schemas.microsoft.com/office/drawing/2014/main" id="{5D945F0D-A465-D3BF-DCBC-5C42DF7A47E3}"/>
                </a:ext>
              </a:extLst>
            </p:cNvPr>
            <p:cNvSpPr/>
            <p:nvPr/>
          </p:nvSpPr>
          <p:spPr>
            <a:xfrm>
              <a:off x="3759350" y="418033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09" name="Google Shape;709;p34">
              <a:extLst>
                <a:ext uri="{FF2B5EF4-FFF2-40B4-BE49-F238E27FC236}">
                  <a16:creationId xmlns:a16="http://schemas.microsoft.com/office/drawing/2014/main" id="{7FF3C84D-27AE-F412-AA6E-728DC1985CA1}"/>
                </a:ext>
              </a:extLst>
            </p:cNvPr>
            <p:cNvSpPr/>
            <p:nvPr/>
          </p:nvSpPr>
          <p:spPr>
            <a:xfrm>
              <a:off x="3759350" y="4230253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0" name="Google Shape;710;p34">
              <a:extLst>
                <a:ext uri="{FF2B5EF4-FFF2-40B4-BE49-F238E27FC236}">
                  <a16:creationId xmlns:a16="http://schemas.microsoft.com/office/drawing/2014/main" id="{D7418F16-B5F7-2A91-7877-A546ED11B5B0}"/>
                </a:ext>
              </a:extLst>
            </p:cNvPr>
            <p:cNvSpPr/>
            <p:nvPr/>
          </p:nvSpPr>
          <p:spPr>
            <a:xfrm>
              <a:off x="3759350" y="428017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711" name="Google Shape;711;p34">
              <a:extLst>
                <a:ext uri="{FF2B5EF4-FFF2-40B4-BE49-F238E27FC236}">
                  <a16:creationId xmlns:a16="http://schemas.microsoft.com/office/drawing/2014/main" id="{77631C22-0501-43FE-571E-21FDA9F8D0E3}"/>
                </a:ext>
              </a:extLst>
            </p:cNvPr>
            <p:cNvSpPr/>
            <p:nvPr/>
          </p:nvSpPr>
          <p:spPr>
            <a:xfrm>
              <a:off x="3759350" y="4330092"/>
              <a:ext cx="1897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712" name="Google Shape;712;p34">
              <a:extLst>
                <a:ext uri="{FF2B5EF4-FFF2-40B4-BE49-F238E27FC236}">
                  <a16:creationId xmlns:a16="http://schemas.microsoft.com/office/drawing/2014/main" id="{6945E97E-3658-6287-63B5-7D41BADF35CF}"/>
                </a:ext>
              </a:extLst>
            </p:cNvPr>
            <p:cNvGrpSpPr/>
            <p:nvPr/>
          </p:nvGrpSpPr>
          <p:grpSpPr>
            <a:xfrm>
              <a:off x="3759350" y="4824525"/>
              <a:ext cx="1897209" cy="25800"/>
              <a:chOff x="9368075" y="2723575"/>
              <a:chExt cx="1897209" cy="25800"/>
            </a:xfrm>
          </p:grpSpPr>
          <p:sp>
            <p:nvSpPr>
              <p:cNvPr id="713" name="Google Shape;713;p34">
                <a:extLst>
                  <a:ext uri="{FF2B5EF4-FFF2-40B4-BE49-F238E27FC236}">
                    <a16:creationId xmlns:a16="http://schemas.microsoft.com/office/drawing/2014/main" id="{7775DC2F-2D7F-1A28-BBF4-9C19ABAF2FC0}"/>
                  </a:ext>
                </a:extLst>
              </p:cNvPr>
              <p:cNvSpPr/>
              <p:nvPr/>
            </p:nvSpPr>
            <p:spPr>
              <a:xfrm>
                <a:off x="10388384" y="2723575"/>
                <a:ext cx="876900" cy="2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714" name="Google Shape;714;p34">
                <a:extLst>
                  <a:ext uri="{FF2B5EF4-FFF2-40B4-BE49-F238E27FC236}">
                    <a16:creationId xmlns:a16="http://schemas.microsoft.com/office/drawing/2014/main" id="{5420595B-27ED-E7CD-06F2-1A4FA724AC9E}"/>
                  </a:ext>
                </a:extLst>
              </p:cNvPr>
              <p:cNvSpPr/>
              <p:nvPr/>
            </p:nvSpPr>
            <p:spPr>
              <a:xfrm>
                <a:off x="9368075" y="2723575"/>
                <a:ext cx="876900" cy="2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15" name="Google Shape;715;p34">
              <a:extLst>
                <a:ext uri="{FF2B5EF4-FFF2-40B4-BE49-F238E27FC236}">
                  <a16:creationId xmlns:a16="http://schemas.microsoft.com/office/drawing/2014/main" id="{BE158AE2-9D68-21AB-8EFE-1A75BE930416}"/>
                </a:ext>
              </a:extLst>
            </p:cNvPr>
            <p:cNvSpPr/>
            <p:nvPr/>
          </p:nvSpPr>
          <p:spPr>
            <a:xfrm>
              <a:off x="3759350" y="4428575"/>
              <a:ext cx="1897200" cy="26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716" name="Google Shape;716;p34">
            <a:extLst>
              <a:ext uri="{FF2B5EF4-FFF2-40B4-BE49-F238E27FC236}">
                <a16:creationId xmlns:a16="http://schemas.microsoft.com/office/drawing/2014/main" id="{01748094-A573-1AC9-488A-073AC4A38DB2}"/>
              </a:ext>
            </a:extLst>
          </p:cNvPr>
          <p:cNvGrpSpPr/>
          <p:nvPr/>
        </p:nvGrpSpPr>
        <p:grpSpPr>
          <a:xfrm>
            <a:off x="7651219" y="3122925"/>
            <a:ext cx="1260413" cy="1727400"/>
            <a:chOff x="7554575" y="558375"/>
            <a:chExt cx="1260413" cy="1727400"/>
          </a:xfrm>
        </p:grpSpPr>
        <p:grpSp>
          <p:nvGrpSpPr>
            <p:cNvPr id="717" name="Google Shape;717;p34">
              <a:extLst>
                <a:ext uri="{FF2B5EF4-FFF2-40B4-BE49-F238E27FC236}">
                  <a16:creationId xmlns:a16="http://schemas.microsoft.com/office/drawing/2014/main" id="{46413F24-7262-7B30-F43E-95B2E739B432}"/>
                </a:ext>
              </a:extLst>
            </p:cNvPr>
            <p:cNvGrpSpPr/>
            <p:nvPr/>
          </p:nvGrpSpPr>
          <p:grpSpPr>
            <a:xfrm>
              <a:off x="7554575" y="558375"/>
              <a:ext cx="1260413" cy="1727400"/>
              <a:chOff x="7554575" y="558375"/>
              <a:chExt cx="1260413" cy="1727400"/>
            </a:xfrm>
          </p:grpSpPr>
          <p:grpSp>
            <p:nvGrpSpPr>
              <p:cNvPr id="718" name="Google Shape;718;p34">
                <a:extLst>
                  <a:ext uri="{FF2B5EF4-FFF2-40B4-BE49-F238E27FC236}">
                    <a16:creationId xmlns:a16="http://schemas.microsoft.com/office/drawing/2014/main" id="{287DBABE-CBCA-4E88-1C82-C926845F43D0}"/>
                  </a:ext>
                </a:extLst>
              </p:cNvPr>
              <p:cNvGrpSpPr/>
              <p:nvPr/>
            </p:nvGrpSpPr>
            <p:grpSpPr>
              <a:xfrm>
                <a:off x="7554575" y="558375"/>
                <a:ext cx="1260413" cy="1727400"/>
                <a:chOff x="7554575" y="558375"/>
                <a:chExt cx="1260413" cy="1727400"/>
              </a:xfrm>
            </p:grpSpPr>
            <p:sp>
              <p:nvSpPr>
                <p:cNvPr id="719" name="Google Shape;719;p34">
                  <a:extLst>
                    <a:ext uri="{FF2B5EF4-FFF2-40B4-BE49-F238E27FC236}">
                      <a16:creationId xmlns:a16="http://schemas.microsoft.com/office/drawing/2014/main" id="{C1D4F622-768E-A70B-9613-530F98C2E263}"/>
                    </a:ext>
                  </a:extLst>
                </p:cNvPr>
                <p:cNvSpPr/>
                <p:nvPr/>
              </p:nvSpPr>
              <p:spPr>
                <a:xfrm>
                  <a:off x="7554575" y="558375"/>
                  <a:ext cx="1258500" cy="1727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cxnSp>
              <p:nvCxnSpPr>
                <p:cNvPr id="720" name="Google Shape;720;p34">
                  <a:extLst>
                    <a:ext uri="{FF2B5EF4-FFF2-40B4-BE49-F238E27FC236}">
                      <a16:creationId xmlns:a16="http://schemas.microsoft.com/office/drawing/2014/main" id="{086CDFD5-D624-DE6F-14A1-25069E06E808}"/>
                    </a:ext>
                  </a:extLst>
                </p:cNvPr>
                <p:cNvCxnSpPr/>
                <p:nvPr/>
              </p:nvCxnSpPr>
              <p:spPr>
                <a:xfrm>
                  <a:off x="7554582" y="681071"/>
                  <a:ext cx="1260406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721" name="Google Shape;721;p34">
                  <a:extLst>
                    <a:ext uri="{FF2B5EF4-FFF2-40B4-BE49-F238E27FC236}">
                      <a16:creationId xmlns:a16="http://schemas.microsoft.com/office/drawing/2014/main" id="{7D502515-5542-AED0-28C0-D3D0A7366288}"/>
                    </a:ext>
                  </a:extLst>
                </p:cNvPr>
                <p:cNvGrpSpPr/>
                <p:nvPr/>
              </p:nvGrpSpPr>
              <p:grpSpPr>
                <a:xfrm>
                  <a:off x="7646396" y="1526175"/>
                  <a:ext cx="493401" cy="608875"/>
                  <a:chOff x="9220470" y="1332238"/>
                  <a:chExt cx="1188918" cy="608875"/>
                </a:xfrm>
              </p:grpSpPr>
              <p:sp>
                <p:nvSpPr>
                  <p:cNvPr id="722" name="Google Shape;722;p34">
                    <a:extLst>
                      <a:ext uri="{FF2B5EF4-FFF2-40B4-BE49-F238E27FC236}">
                        <a16:creationId xmlns:a16="http://schemas.microsoft.com/office/drawing/2014/main" id="{EDBB6458-1AE0-45D5-469F-F9CE280EF03E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3" name="Google Shape;723;p34">
                    <a:extLst>
                      <a:ext uri="{FF2B5EF4-FFF2-40B4-BE49-F238E27FC236}">
                        <a16:creationId xmlns:a16="http://schemas.microsoft.com/office/drawing/2014/main" id="{B01A6C26-8832-CDF3-EAE3-38A94629D230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4" name="Google Shape;724;p34">
                    <a:extLst>
                      <a:ext uri="{FF2B5EF4-FFF2-40B4-BE49-F238E27FC236}">
                        <a16:creationId xmlns:a16="http://schemas.microsoft.com/office/drawing/2014/main" id="{3FE338A7-3F83-0BF7-C594-601A8A8ABEA6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5" name="Google Shape;725;p34">
                    <a:extLst>
                      <a:ext uri="{FF2B5EF4-FFF2-40B4-BE49-F238E27FC236}">
                        <a16:creationId xmlns:a16="http://schemas.microsoft.com/office/drawing/2014/main" id="{4CFB65BB-869B-5259-036C-710E99AABC8E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6" name="Google Shape;726;p34">
                    <a:extLst>
                      <a:ext uri="{FF2B5EF4-FFF2-40B4-BE49-F238E27FC236}">
                        <a16:creationId xmlns:a16="http://schemas.microsoft.com/office/drawing/2014/main" id="{367EE052-A98A-3961-948B-D7AB3359A525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7" name="Google Shape;727;p34">
                    <a:extLst>
                      <a:ext uri="{FF2B5EF4-FFF2-40B4-BE49-F238E27FC236}">
                        <a16:creationId xmlns:a16="http://schemas.microsoft.com/office/drawing/2014/main" id="{FD9B1FE6-C0BB-6BEA-E6D5-95223BDD9F04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8" name="Google Shape;728;p34">
                    <a:extLst>
                      <a:ext uri="{FF2B5EF4-FFF2-40B4-BE49-F238E27FC236}">
                        <a16:creationId xmlns:a16="http://schemas.microsoft.com/office/drawing/2014/main" id="{EE5C451A-3C1C-7AFA-8572-2A8C3C65E55F}"/>
                      </a:ext>
                    </a:extLst>
                  </p:cNvPr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29" name="Google Shape;729;p34">
                    <a:extLst>
                      <a:ext uri="{FF2B5EF4-FFF2-40B4-BE49-F238E27FC236}">
                        <a16:creationId xmlns:a16="http://schemas.microsoft.com/office/drawing/2014/main" id="{DFEFA535-88E6-B210-4353-45906AE9CF18}"/>
                      </a:ext>
                    </a:extLst>
                  </p:cNvPr>
                  <p:cNvSpPr/>
                  <p:nvPr/>
                </p:nvSpPr>
                <p:spPr>
                  <a:xfrm>
                    <a:off x="9220487" y="1681663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30" name="Google Shape;730;p34">
                    <a:extLst>
                      <a:ext uri="{FF2B5EF4-FFF2-40B4-BE49-F238E27FC236}">
                        <a16:creationId xmlns:a16="http://schemas.microsoft.com/office/drawing/2014/main" id="{24E73EAD-DB08-A417-A29B-E63F7B0D8C77}"/>
                      </a:ext>
                    </a:extLst>
                  </p:cNvPr>
                  <p:cNvGrpSpPr/>
                  <p:nvPr/>
                </p:nvGrpSpPr>
                <p:grpSpPr>
                  <a:xfrm>
                    <a:off x="9220470" y="1863413"/>
                    <a:ext cx="437617" cy="77700"/>
                    <a:chOff x="9368075" y="2460800"/>
                    <a:chExt cx="698400" cy="77700"/>
                  </a:xfrm>
                </p:grpSpPr>
                <p:sp>
                  <p:nvSpPr>
                    <p:cNvPr id="731" name="Google Shape;731;p34">
                      <a:extLst>
                        <a:ext uri="{FF2B5EF4-FFF2-40B4-BE49-F238E27FC236}">
                          <a16:creationId xmlns:a16="http://schemas.microsoft.com/office/drawing/2014/main" id="{EF3E5959-8833-67CB-E3DC-4B39689090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075" y="24608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32" name="Google Shape;732;p34">
                      <a:extLst>
                        <a:ext uri="{FF2B5EF4-FFF2-40B4-BE49-F238E27FC236}">
                          <a16:creationId xmlns:a16="http://schemas.microsoft.com/office/drawing/2014/main" id="{085943A0-5B1C-44F4-54D1-301F1AA02F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075" y="2512700"/>
                      <a:ext cx="698400" cy="258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  <p:sp>
                <p:nvSpPr>
                  <p:cNvPr id="733" name="Google Shape;733;p34">
                    <a:extLst>
                      <a:ext uri="{FF2B5EF4-FFF2-40B4-BE49-F238E27FC236}">
                        <a16:creationId xmlns:a16="http://schemas.microsoft.com/office/drawing/2014/main" id="{5A083DEE-F4CD-A75C-44D6-BEC5455B22A2}"/>
                      </a:ext>
                    </a:extLst>
                  </p:cNvPr>
                  <p:cNvSpPr/>
                  <p:nvPr/>
                </p:nvSpPr>
                <p:spPr>
                  <a:xfrm>
                    <a:off x="9220487" y="1731587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4" name="Google Shape;734;p34">
                    <a:extLst>
                      <a:ext uri="{FF2B5EF4-FFF2-40B4-BE49-F238E27FC236}">
                        <a16:creationId xmlns:a16="http://schemas.microsoft.com/office/drawing/2014/main" id="{F4AF5742-133D-1A7A-34E3-25862F1C88A4}"/>
                      </a:ext>
                    </a:extLst>
                  </p:cNvPr>
                  <p:cNvSpPr/>
                  <p:nvPr/>
                </p:nvSpPr>
                <p:spPr>
                  <a:xfrm>
                    <a:off x="9220487" y="1781512"/>
                    <a:ext cx="1188900" cy="258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735" name="Google Shape;735;p34">
                  <a:extLst>
                    <a:ext uri="{FF2B5EF4-FFF2-40B4-BE49-F238E27FC236}">
                      <a16:creationId xmlns:a16="http://schemas.microsoft.com/office/drawing/2014/main" id="{0B7B6912-DD64-573E-FF3F-76F51829DAFA}"/>
                    </a:ext>
                  </a:extLst>
                </p:cNvPr>
                <p:cNvGrpSpPr/>
                <p:nvPr/>
              </p:nvGrpSpPr>
              <p:grpSpPr>
                <a:xfrm>
                  <a:off x="8227863" y="1526175"/>
                  <a:ext cx="493393" cy="608911"/>
                  <a:chOff x="9220470" y="1332238"/>
                  <a:chExt cx="1188900" cy="608911"/>
                </a:xfrm>
              </p:grpSpPr>
              <p:sp>
                <p:nvSpPr>
                  <p:cNvPr id="736" name="Google Shape;736;p34">
                    <a:extLst>
                      <a:ext uri="{FF2B5EF4-FFF2-40B4-BE49-F238E27FC236}">
                        <a16:creationId xmlns:a16="http://schemas.microsoft.com/office/drawing/2014/main" id="{DFDB2041-200C-1FAF-4440-CCF3F0C489C9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32238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7" name="Google Shape;737;p34">
                    <a:extLst>
                      <a:ext uri="{FF2B5EF4-FFF2-40B4-BE49-F238E27FC236}">
                        <a16:creationId xmlns:a16="http://schemas.microsoft.com/office/drawing/2014/main" id="{4454B0A7-8DAF-14E4-86D5-C84E23B3E354}"/>
                      </a:ext>
                    </a:extLst>
                  </p:cNvPr>
                  <p:cNvSpPr/>
                  <p:nvPr/>
                </p:nvSpPr>
                <p:spPr>
                  <a:xfrm>
                    <a:off x="9220470" y="1382157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8" name="Google Shape;738;p34">
                    <a:extLst>
                      <a:ext uri="{FF2B5EF4-FFF2-40B4-BE49-F238E27FC236}">
                        <a16:creationId xmlns:a16="http://schemas.microsoft.com/office/drawing/2014/main" id="{9E54E164-59F5-F5BF-A29E-6D2575C0C179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3207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39" name="Google Shape;739;p34">
                    <a:extLst>
                      <a:ext uri="{FF2B5EF4-FFF2-40B4-BE49-F238E27FC236}">
                        <a16:creationId xmlns:a16="http://schemas.microsoft.com/office/drawing/2014/main" id="{FE6C5AD6-44BA-B4C7-B4D9-7AE1465BB8CD}"/>
                      </a:ext>
                    </a:extLst>
                  </p:cNvPr>
                  <p:cNvSpPr/>
                  <p:nvPr/>
                </p:nvSpPr>
                <p:spPr>
                  <a:xfrm>
                    <a:off x="9220470" y="1481996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0" name="Google Shape;740;p34">
                    <a:extLst>
                      <a:ext uri="{FF2B5EF4-FFF2-40B4-BE49-F238E27FC236}">
                        <a16:creationId xmlns:a16="http://schemas.microsoft.com/office/drawing/2014/main" id="{0E5CAD3E-D27D-B12C-7B49-E442B83754C2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3191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1" name="Google Shape;741;p34">
                    <a:extLst>
                      <a:ext uri="{FF2B5EF4-FFF2-40B4-BE49-F238E27FC236}">
                        <a16:creationId xmlns:a16="http://schemas.microsoft.com/office/drawing/2014/main" id="{0C949390-53B8-0BDB-0487-6126E0CF64FC}"/>
                      </a:ext>
                    </a:extLst>
                  </p:cNvPr>
                  <p:cNvSpPr/>
                  <p:nvPr/>
                </p:nvSpPr>
                <p:spPr>
                  <a:xfrm>
                    <a:off x="9220470" y="1581835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2" name="Google Shape;742;p34">
                    <a:extLst>
                      <a:ext uri="{FF2B5EF4-FFF2-40B4-BE49-F238E27FC236}">
                        <a16:creationId xmlns:a16="http://schemas.microsoft.com/office/drawing/2014/main" id="{12F61535-E318-DC49-D80D-AD0427713B49}"/>
                      </a:ext>
                    </a:extLst>
                  </p:cNvPr>
                  <p:cNvSpPr/>
                  <p:nvPr/>
                </p:nvSpPr>
                <p:spPr>
                  <a:xfrm>
                    <a:off x="9220470" y="1631754"/>
                    <a:ext cx="1188900" cy="25800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grpSp>
                <p:nvGrpSpPr>
                  <p:cNvPr id="743" name="Google Shape;743;p34">
                    <a:extLst>
                      <a:ext uri="{FF2B5EF4-FFF2-40B4-BE49-F238E27FC236}">
                        <a16:creationId xmlns:a16="http://schemas.microsoft.com/office/drawing/2014/main" id="{56068C3A-2C2F-8C9D-A18B-2362C3FB77D1}"/>
                      </a:ext>
                    </a:extLst>
                  </p:cNvPr>
                  <p:cNvGrpSpPr/>
                  <p:nvPr/>
                </p:nvGrpSpPr>
                <p:grpSpPr>
                  <a:xfrm>
                    <a:off x="9220559" y="1731613"/>
                    <a:ext cx="1188786" cy="209536"/>
                    <a:chOff x="9368218" y="2329000"/>
                    <a:chExt cx="1897200" cy="209536"/>
                  </a:xfrm>
                </p:grpSpPr>
                <p:sp>
                  <p:nvSpPr>
                    <p:cNvPr id="744" name="Google Shape;744;p34">
                      <a:extLst>
                        <a:ext uri="{FF2B5EF4-FFF2-40B4-BE49-F238E27FC236}">
                          <a16:creationId xmlns:a16="http://schemas.microsoft.com/office/drawing/2014/main" id="{A1A63FD9-F5F2-B6D4-8278-9EA129B45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218" y="2329000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  <p:sp>
                  <p:nvSpPr>
                    <p:cNvPr id="745" name="Google Shape;745;p34">
                      <a:extLst>
                        <a:ext uri="{FF2B5EF4-FFF2-40B4-BE49-F238E27FC236}">
                          <a16:creationId xmlns:a16="http://schemas.microsoft.com/office/drawing/2014/main" id="{0DC091A6-92C8-F2BD-E7ED-F9969FD115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8218" y="2468936"/>
                      <a:ext cx="1897200" cy="69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p:txBody>
                </p:sp>
              </p:grpSp>
            </p:grpSp>
            <p:sp>
              <p:nvSpPr>
                <p:cNvPr id="746" name="Google Shape;746;p34">
                  <a:extLst>
                    <a:ext uri="{FF2B5EF4-FFF2-40B4-BE49-F238E27FC236}">
                      <a16:creationId xmlns:a16="http://schemas.microsoft.com/office/drawing/2014/main" id="{39016269-EDD5-2697-7CDF-6BF34EFCB940}"/>
                    </a:ext>
                  </a:extLst>
                </p:cNvPr>
                <p:cNvSpPr/>
                <p:nvPr/>
              </p:nvSpPr>
              <p:spPr>
                <a:xfrm>
                  <a:off x="7646400" y="902025"/>
                  <a:ext cx="1074600" cy="5061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grpSp>
              <p:nvGrpSpPr>
                <p:cNvPr id="747" name="Google Shape;747;p34">
                  <a:extLst>
                    <a:ext uri="{FF2B5EF4-FFF2-40B4-BE49-F238E27FC236}">
                      <a16:creationId xmlns:a16="http://schemas.microsoft.com/office/drawing/2014/main" id="{D17A306C-DC4D-C645-71A7-F5D1367A9B9B}"/>
                    </a:ext>
                  </a:extLst>
                </p:cNvPr>
                <p:cNvGrpSpPr/>
                <p:nvPr/>
              </p:nvGrpSpPr>
              <p:grpSpPr>
                <a:xfrm>
                  <a:off x="7820217" y="983014"/>
                  <a:ext cx="729125" cy="241211"/>
                  <a:chOff x="8327067" y="3399139"/>
                  <a:chExt cx="729125" cy="241211"/>
                </a:xfrm>
              </p:grpSpPr>
              <p:sp>
                <p:nvSpPr>
                  <p:cNvPr id="748" name="Google Shape;748;p34">
                    <a:extLst>
                      <a:ext uri="{FF2B5EF4-FFF2-40B4-BE49-F238E27FC236}">
                        <a16:creationId xmlns:a16="http://schemas.microsoft.com/office/drawing/2014/main" id="{A357231F-4F5C-7132-3650-1B116C72E01A}"/>
                      </a:ext>
                    </a:extLst>
                  </p:cNvPr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49" name="Google Shape;749;p34">
                    <a:extLst>
                      <a:ext uri="{FF2B5EF4-FFF2-40B4-BE49-F238E27FC236}">
                        <a16:creationId xmlns:a16="http://schemas.microsoft.com/office/drawing/2014/main" id="{544E61C1-1E4C-3427-C54D-1023E4201AED}"/>
                      </a:ext>
                    </a:extLst>
                  </p:cNvPr>
                  <p:cNvSpPr/>
                  <p:nvPr/>
                </p:nvSpPr>
                <p:spPr>
                  <a:xfrm>
                    <a:off x="8327067" y="3399150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0" name="Google Shape;750;p34">
                    <a:extLst>
                      <a:ext uri="{FF2B5EF4-FFF2-40B4-BE49-F238E27FC236}">
                        <a16:creationId xmlns:a16="http://schemas.microsoft.com/office/drawing/2014/main" id="{D5E5D13C-E7FB-1AA3-7C46-BD290281C55C}"/>
                      </a:ext>
                    </a:extLst>
                  </p:cNvPr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donut">
                    <a:avLst>
                      <a:gd name="adj" fmla="val 20045"/>
                    </a:avLst>
                  </a:prstGeom>
                  <a:solidFill>
                    <a:schemeClr val="accent4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751" name="Google Shape;751;p34">
                    <a:extLst>
                      <a:ext uri="{FF2B5EF4-FFF2-40B4-BE49-F238E27FC236}">
                        <a16:creationId xmlns:a16="http://schemas.microsoft.com/office/drawing/2014/main" id="{F7C08317-D919-1C5F-1B14-5AC8426E520C}"/>
                      </a:ext>
                    </a:extLst>
                  </p:cNvPr>
                  <p:cNvSpPr/>
                  <p:nvPr/>
                </p:nvSpPr>
                <p:spPr>
                  <a:xfrm>
                    <a:off x="8814992" y="3399139"/>
                    <a:ext cx="241200" cy="241200"/>
                  </a:xfrm>
                  <a:prstGeom prst="blockArc">
                    <a:avLst>
                      <a:gd name="adj1" fmla="val 16190171"/>
                      <a:gd name="adj2" fmla="val 10875543"/>
                      <a:gd name="adj3" fmla="val 20038"/>
                    </a:avLst>
                  </a:prstGeom>
                  <a:solidFill>
                    <a:schemeClr val="accent3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  <p:sp>
            <p:nvSpPr>
              <p:cNvPr id="752" name="Google Shape;752;p34">
                <a:extLst>
                  <a:ext uri="{FF2B5EF4-FFF2-40B4-BE49-F238E27FC236}">
                    <a16:creationId xmlns:a16="http://schemas.microsoft.com/office/drawing/2014/main" id="{2A6FB31F-15C8-D9F2-41BA-4A6538FB7796}"/>
                  </a:ext>
                </a:extLst>
              </p:cNvPr>
              <p:cNvSpPr/>
              <p:nvPr/>
            </p:nvSpPr>
            <p:spPr>
              <a:xfrm>
                <a:off x="7695049" y="1316375"/>
                <a:ext cx="979500" cy="2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753" name="Google Shape;753;p34">
              <a:extLst>
                <a:ext uri="{FF2B5EF4-FFF2-40B4-BE49-F238E27FC236}">
                  <a16:creationId xmlns:a16="http://schemas.microsoft.com/office/drawing/2014/main" id="{8B4777F5-C87B-D68F-63DB-24FF6A2BA724}"/>
                </a:ext>
              </a:extLst>
            </p:cNvPr>
            <p:cNvSpPr/>
            <p:nvPr/>
          </p:nvSpPr>
          <p:spPr>
            <a:xfrm>
              <a:off x="7646404" y="793600"/>
              <a:ext cx="1063200" cy="2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FC076069-D18B-5834-4F8A-126F31146550}"/>
              </a:ext>
            </a:extLst>
          </p:cNvPr>
          <p:cNvSpPr txBox="1"/>
          <p:nvPr/>
        </p:nvSpPr>
        <p:spPr>
          <a:xfrm>
            <a:off x="2975286" y="2513152"/>
            <a:ext cx="4203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Explicación con palabras propias sobre el impacto de las filtraciones masivas y vulnerabilidades técnicas.</a:t>
            </a:r>
            <a:endParaRPr lang="es-CL" sz="1600" dirty="0">
              <a:solidFill>
                <a:schemeClr val="tx1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4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>
          <a:extLst>
            <a:ext uri="{FF2B5EF4-FFF2-40B4-BE49-F238E27FC236}">
              <a16:creationId xmlns:a16="http://schemas.microsoft.com/office/drawing/2014/main" id="{0FECCC93-697C-0442-F766-85A8989A5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2">
            <a:extLst>
              <a:ext uri="{FF2B5EF4-FFF2-40B4-BE49-F238E27FC236}">
                <a16:creationId xmlns:a16="http://schemas.microsoft.com/office/drawing/2014/main" id="{992C1490-1EA6-BF99-CA69-2BB4B89C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678950"/>
            <a:ext cx="4639360" cy="6515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endParaRPr sz="2400" dirty="0"/>
          </a:p>
        </p:txBody>
      </p:sp>
      <p:sp>
        <p:nvSpPr>
          <p:cNvPr id="660" name="Google Shape;660;p32">
            <a:extLst>
              <a:ext uri="{FF2B5EF4-FFF2-40B4-BE49-F238E27FC236}">
                <a16:creationId xmlns:a16="http://schemas.microsoft.com/office/drawing/2014/main" id="{44A37F7E-7932-F33C-CDE5-5F54A9DA9D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4" y="1790050"/>
            <a:ext cx="7739399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56029073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Style Portfolio by Slidesgo">
  <a:themeElements>
    <a:clrScheme name="Simple Light">
      <a:dk1>
        <a:srgbClr val="FFFFFF"/>
      </a:dk1>
      <a:lt1>
        <a:srgbClr val="1A2A42"/>
      </a:lt1>
      <a:dk2>
        <a:srgbClr val="103675"/>
      </a:dk2>
      <a:lt2>
        <a:srgbClr val="2A4C89"/>
      </a:lt2>
      <a:accent1>
        <a:srgbClr val="2A88D8"/>
      </a:accent1>
      <a:accent2>
        <a:srgbClr val="FE4A6B"/>
      </a:accent2>
      <a:accent3>
        <a:srgbClr val="A9CCEA"/>
      </a:accent3>
      <a:accent4>
        <a:srgbClr val="E5F1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304</Words>
  <Application>Microsoft Office PowerPoint</Application>
  <PresentationFormat>Presentación en pantalla (16:9)</PresentationFormat>
  <Paragraphs>45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IBM Plex Mono</vt:lpstr>
      <vt:lpstr>Arimo</vt:lpstr>
      <vt:lpstr>Programming Style Portfolio by Slidesgo</vt:lpstr>
      <vt:lpstr>Fugas y Filtraciones de Datos: Del Espionaje Estatal a la Vulnerabilidad en Aplicaciones Móviles y a la Nube</vt:lpstr>
      <vt:lpstr>Índice</vt:lpstr>
      <vt:lpstr>INTRODUCCIÓN </vt:lpstr>
      <vt:lpstr>BÚSQUEDA DEL TEMA</vt:lpstr>
      <vt:lpstr>Fuentes y resumen  </vt:lpstr>
      <vt:lpstr>Los archivos de Snowden: La historia interna del hombre más buscado del mundo.</vt:lpstr>
      <vt:lpstr>Why Does Your Data Leak? Uncovering the Data Leakage in Cloud from Mobile Apps</vt:lpstr>
      <vt:lpstr>Use of Security Logs for Data Leak Detection: A Systematic Literature Review</vt:lpstr>
      <vt:lpstr>Análisis de casos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Florez</dc:creator>
  <cp:lastModifiedBy>David Florez</cp:lastModifiedBy>
  <cp:revision>2</cp:revision>
  <dcterms:modified xsi:type="dcterms:W3CDTF">2026-09-01T21:48:29Z</dcterms:modified>
</cp:coreProperties>
</file>